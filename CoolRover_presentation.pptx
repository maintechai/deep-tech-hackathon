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3"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1" Type="http://schemas.openxmlformats.org/officeDocument/2006/relationships/slide" Target="slides/slide7.xml"/><Relationship Id="rId10" Type="http://schemas.openxmlformats.org/officeDocument/2006/relationships/slide" Target="slides/slide6.xml"/><Relationship Id="rId12" Type="http://schemas.openxmlformats.org/officeDocument/2006/relationships/slide" Target="slides/slide8.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pc="0" sz="1200" u="none" cap="none" strike="noStrike">
                <a:solidFill>
                  <a:schemeClr val="dk1"/>
                </a:solidFill>
                <a:latin typeface="Calibri"/>
                <a:ea typeface="Calibri"/>
                <a:cs typeface="Calibri"/>
                <a:sym typeface="Calibri"/>
              </a:rPr>
              <a:t>‹#›</a:t>
            </a:fld>
            <a:endParaRPr b="0" i="0" spc="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RATIONALE 0:00–1:00 (slides 1–2). ~15 s here.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'We are Cool Rover, Challenge 1: a small robot that measures distance to obstacles and avoids them. Our rover gets its eyes from a camera in the room — the camera knows where the robot is, the robot's sonar measures what is in front of it.'</a:t>
            </a:r>
            <a:endParaRPr/>
          </a:p>
        </p:txBody>
      </p:sp>
      <p:sp>
        <p:nvSpPr>
          <p:cNvPr id="30" name="Google Shape;3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~45 s. 'Today the industry spends a lot to give robots vision. Delivery robots, robot vacuums — every one of them carries its own LiDAR, cameras and sonars. That makes them expensive and power-hungry, but also heavy, complicated and hard to maintain. Yet the vision already exists almost everywhere: CCTV inside buildings, in private homes, on the streets of big cities. Our prototype reuses that vision. A camera in the room tells the robot where it is; the robot itself carries no LiDAR, no camera — just one cheap sonar.' If asked for numbers: savings in cost, power and weight are the goal; we have not measured them yet.</a:t>
            </a:r>
            <a:endParaRPr/>
          </a:p>
        </p:txBody>
      </p:sp>
      <p:sp>
        <p:nvSpPr>
          <p:cNvPr id="103" name="Google Shape;10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TECHNICAL EXECUTION 1:00–2:30 (slides 3–5). ~35 s here. Из серв</a:t>
            </a:r>
            <a:r>
              <a:rPr lang="en-US"/>
              <a:t>ера - координаты и куда двигаться</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'The phone above the arena sees four corner markers and one marker on the rover. It sends only marker coordinates — a few bytes, not video. The Python server on a laptop turns pixels into centimetres, keeps the obstacle map, plans the route and sends every wheel command, 10 times a second. The rover — Arduino UNO R4 WiFi, two DC motors, one HC-SR04 sonar — drives, reports its sonar distance and enforces a 20 cm hard stop. Everything is controlled from a browser console: click to go, go home, follow me, joystick.' Why this split: the rover has no encoders or gyro, so it cannot know where it is by itself; the camera gives it its true position.</a:t>
            </a:r>
            <a:endParaRPr/>
          </a:p>
        </p:txBody>
      </p:sp>
      <p:sp>
        <p:nvSpPr>
          <p:cNvPr id="137" name="Google Shape;13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Backup — do not present unless asked about hardware. Hold up the real rover: kit electronics inside, 3D-printed shell and hatch.</a:t>
            </a:r>
            <a:endParaRPr/>
          </a:p>
        </p:txBody>
      </p:sp>
      <p:sp>
        <p:nvSpPr>
          <p:cNvPr id="170" name="Google Shape;170;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~35 s. Both challenge requirements on one slide. 'Distance: the sonar still measures what is in front. Because the camera knows where the rover is and which way it faces, every echo lands at its true position on a 5 cm grid; three echoes confirm an obstacle. Avoidance: A* plans around those cells, padded by the robot's radius, and re-plans every half second — so a new box bends the path. The rover drives straight legs and corrects its heading with short turn pulses, checked by the camera.'</a:t>
            </a:r>
            <a:endParaRPr/>
          </a:p>
        </p:txBody>
      </p:sp>
      <p:sp>
        <p:nvSpPr>
          <p:cNvPr id="208" name="Google Shape;20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 name="Google Shape;40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APPLICATIONS 4:00–5:00 (slides 8–9). ~45 s here.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'We would start indoors, where operators control camera coverage. First pilot: cleaning or delivery robots on an office floor, guided by the building's own cameras. Then warehouse transport and shared residential spaces. Deployment needs camera views that cover the floor, calibration per camera, a reliable link to each robot, and encoders or an IMU for the spots no camera sees.'</a:t>
            </a:r>
            <a:endParaRPr/>
          </a:p>
        </p:txBody>
      </p:sp>
      <p:sp>
        <p:nvSpPr>
          <p:cNvPr id="401" name="Google Shape;40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Backup — do not present. Use if asked how the idea evolved: sonar scanner, Wi-Fi RSSI chase, reality check, pivot to camera localisation.</a:t>
            </a:r>
            <a:endParaRPr/>
          </a:p>
        </p:txBody>
      </p:sp>
      <p:sp>
        <p:nvSpPr>
          <p:cNvPr id="431" name="Google Shape;43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h32057b63754114a5_2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64" name="Google Shape;464;h32057b63754114a5_2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5" name="Google Shape;465;h32057b63754114a5_2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DARK">
  <p:cSld name="TITLE_DARK">
    <p:bg>
      <p:bgPr>
        <a:solidFill>
          <a:schemeClr val="dk1"/>
        </a:solidFill>
      </p:bgPr>
    </p:bg>
    <p:spTree>
      <p:nvGrpSpPr>
        <p:cNvPr id="11" name="Shape 11"/>
        <p:cNvGrpSpPr/>
        <p:nvPr/>
      </p:nvGrpSpPr>
      <p:grpSpPr>
        <a:xfrm>
          <a:off x="0" y="0"/>
          <a:ext cx="0" cy="0"/>
          <a:chOff x="0" y="0"/>
          <a:chExt cx="0" cy="0"/>
        </a:xfrm>
      </p:grpSpPr>
      <p:sp>
        <p:nvSpPr>
          <p:cNvPr id="12" name="Google Shape;12;p2"/>
          <p:cNvSpPr txBox="1"/>
          <p:nvPr>
            <p:ph type="title"/>
          </p:nvPr>
        </p:nvSpPr>
        <p:spPr>
          <a:xfrm>
            <a:off x="548640" y="1325880"/>
            <a:ext cx="4389120" cy="9144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lt1"/>
              </a:buClr>
              <a:buSzPts val="5400"/>
              <a:buFont typeface="Arial"/>
              <a:buNone/>
              <a:defRPr b="1" i="0" spc="0" sz="54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9pPr>
          </a:lstStyle>
          <a:p/>
        </p:txBody>
      </p:sp>
      <p:sp>
        <p:nvSpPr>
          <p:cNvPr id="13" name="Google Shape;13;p2"/>
          <p:cNvSpPr txBox="1"/>
          <p:nvPr>
            <p:ph idx="1" type="body"/>
          </p:nvPr>
        </p:nvSpPr>
        <p:spPr>
          <a:xfrm>
            <a:off x="548640" y="2331720"/>
            <a:ext cx="4206240" cy="9144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chemeClr val="accent5"/>
              </a:buClr>
              <a:buSzPts val="1800"/>
              <a:buFont typeface="Arial"/>
              <a:buNone/>
              <a:defRPr b="0" i="0" spc="0" sz="1800" u="none" cap="none" strike="noStrike">
                <a:solidFill>
                  <a:schemeClr val="accent5"/>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pc="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pc="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chemeClr val="lt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548640" y="566928"/>
            <a:ext cx="8046720" cy="56692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3000"/>
              <a:buFont typeface="Arial"/>
              <a:buNone/>
              <a:defRPr b="1" i="0" spc="0" sz="30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9pPr>
          </a:lstStyle>
          <a:p/>
        </p:txBody>
      </p:sp>
      <p:sp>
        <p:nvSpPr>
          <p:cNvPr id="16" name="Google Shape;16;p3"/>
          <p:cNvSpPr/>
          <p:nvPr/>
        </p:nvSpPr>
        <p:spPr>
          <a:xfrm>
            <a:off x="548640" y="4754880"/>
            <a:ext cx="5486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94A3"/>
              </a:buClr>
              <a:buSzPts val="900"/>
              <a:buFont typeface="Courier New"/>
              <a:buNone/>
            </a:pPr>
            <a:r>
              <a:rPr b="0" i="0" lang="en-US" spc="0" sz="900" u="none" cap="none" strike="noStrike">
                <a:solidFill>
                  <a:srgbClr val="8A94A3"/>
                </a:solidFill>
                <a:latin typeface="Courier New"/>
                <a:ea typeface="Courier New"/>
                <a:cs typeface="Courier New"/>
                <a:sym typeface="Courier New"/>
              </a:rPr>
              <a:t>VISION NAV  ·  CHALLENGE 1  ·  DEEP TECH HACKATHON 2026</a:t>
            </a:r>
            <a:endParaRPr b="0" i="0" spc="0" sz="900" u="none" cap="none" strike="noStrike">
              <a:solidFill>
                <a:schemeClr val="dk1"/>
              </a:solidFill>
              <a:latin typeface="Calibri"/>
              <a:ea typeface="Calibri"/>
              <a:cs typeface="Calibri"/>
              <a:sym typeface="Calibri"/>
            </a:endParaRPr>
          </a:p>
        </p:txBody>
      </p:sp>
      <p:sp>
        <p:nvSpPr>
          <p:cNvPr id="17" name="Google Shape;17;p3"/>
          <p:cNvSpPr txBox="1"/>
          <p:nvPr>
            <p:ph idx="12" type="sldNum"/>
          </p:nvPr>
        </p:nvSpPr>
        <p:spPr>
          <a:xfrm>
            <a:off x="8229600" y="4736592"/>
            <a:ext cx="365760" cy="256032"/>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pc="0" sz="900" u="none" cap="none" strike="noStrike">
                <a:solidFill>
                  <a:srgbClr val="8A94A3"/>
                </a:solidFill>
                <a:latin typeface="Courier New"/>
                <a:ea typeface="Courier New"/>
                <a:cs typeface="Courier New"/>
                <a:sym typeface="Courier New"/>
              </a:defRPr>
            </a:lvl1pPr>
            <a:lvl2pPr indent="0" lvl="1" marL="0" marR="0" algn="r">
              <a:lnSpc>
                <a:spcPct val="100000"/>
              </a:lnSpc>
              <a:spcBef>
                <a:spcPts val="0"/>
              </a:spcBef>
              <a:spcAft>
                <a:spcPts val="0"/>
              </a:spcAft>
              <a:buClr>
                <a:srgbClr val="000000"/>
              </a:buClr>
              <a:buSzPts val="900"/>
              <a:buFont typeface="Arial"/>
              <a:buNone/>
              <a:defRPr b="0" i="0" spc="0" sz="900" u="none" cap="none" strike="noStrike">
                <a:solidFill>
                  <a:srgbClr val="8A94A3"/>
                </a:solidFill>
                <a:latin typeface="Courier New"/>
                <a:ea typeface="Courier New"/>
                <a:cs typeface="Courier New"/>
                <a:sym typeface="Courier New"/>
              </a:defRPr>
            </a:lvl2pPr>
            <a:lvl3pPr indent="0" lvl="2" marL="0" marR="0" algn="r">
              <a:lnSpc>
                <a:spcPct val="100000"/>
              </a:lnSpc>
              <a:spcBef>
                <a:spcPts val="0"/>
              </a:spcBef>
              <a:spcAft>
                <a:spcPts val="0"/>
              </a:spcAft>
              <a:buClr>
                <a:srgbClr val="000000"/>
              </a:buClr>
              <a:buSzPts val="900"/>
              <a:buFont typeface="Arial"/>
              <a:buNone/>
              <a:defRPr b="0" i="0" spc="0" sz="900" u="none" cap="none" strike="noStrike">
                <a:solidFill>
                  <a:srgbClr val="8A94A3"/>
                </a:solidFill>
                <a:latin typeface="Courier New"/>
                <a:ea typeface="Courier New"/>
                <a:cs typeface="Courier New"/>
                <a:sym typeface="Courier New"/>
              </a:defRPr>
            </a:lvl3pPr>
            <a:lvl4pPr indent="0" lvl="3" marL="0" marR="0" algn="r">
              <a:lnSpc>
                <a:spcPct val="100000"/>
              </a:lnSpc>
              <a:spcBef>
                <a:spcPts val="0"/>
              </a:spcBef>
              <a:spcAft>
                <a:spcPts val="0"/>
              </a:spcAft>
              <a:buClr>
                <a:srgbClr val="000000"/>
              </a:buClr>
              <a:buSzPts val="900"/>
              <a:buFont typeface="Arial"/>
              <a:buNone/>
              <a:defRPr b="0" i="0" spc="0" sz="900" u="none" cap="none" strike="noStrike">
                <a:solidFill>
                  <a:srgbClr val="8A94A3"/>
                </a:solidFill>
                <a:latin typeface="Courier New"/>
                <a:ea typeface="Courier New"/>
                <a:cs typeface="Courier New"/>
                <a:sym typeface="Courier New"/>
              </a:defRPr>
            </a:lvl4pPr>
            <a:lvl5pPr indent="0" lvl="4" marL="0" marR="0" algn="r">
              <a:lnSpc>
                <a:spcPct val="100000"/>
              </a:lnSpc>
              <a:spcBef>
                <a:spcPts val="0"/>
              </a:spcBef>
              <a:spcAft>
                <a:spcPts val="0"/>
              </a:spcAft>
              <a:buClr>
                <a:srgbClr val="000000"/>
              </a:buClr>
              <a:buSzPts val="900"/>
              <a:buFont typeface="Arial"/>
              <a:buNone/>
              <a:defRPr b="0" i="0" spc="0" sz="900" u="none" cap="none" strike="noStrike">
                <a:solidFill>
                  <a:srgbClr val="8A94A3"/>
                </a:solidFill>
                <a:latin typeface="Courier New"/>
                <a:ea typeface="Courier New"/>
                <a:cs typeface="Courier New"/>
                <a:sym typeface="Courier New"/>
              </a:defRPr>
            </a:lvl5pPr>
            <a:lvl6pPr indent="0" lvl="5" marL="0" marR="0" algn="r">
              <a:lnSpc>
                <a:spcPct val="100000"/>
              </a:lnSpc>
              <a:spcBef>
                <a:spcPts val="0"/>
              </a:spcBef>
              <a:spcAft>
                <a:spcPts val="0"/>
              </a:spcAft>
              <a:buClr>
                <a:srgbClr val="000000"/>
              </a:buClr>
              <a:buSzPts val="900"/>
              <a:buFont typeface="Arial"/>
              <a:buNone/>
              <a:defRPr b="0" i="0" spc="0" sz="900" u="none" cap="none" strike="noStrike">
                <a:solidFill>
                  <a:srgbClr val="8A94A3"/>
                </a:solidFill>
                <a:latin typeface="Courier New"/>
                <a:ea typeface="Courier New"/>
                <a:cs typeface="Courier New"/>
                <a:sym typeface="Courier New"/>
              </a:defRPr>
            </a:lvl6pPr>
            <a:lvl7pPr indent="0" lvl="6" marL="0" marR="0" algn="r">
              <a:lnSpc>
                <a:spcPct val="100000"/>
              </a:lnSpc>
              <a:spcBef>
                <a:spcPts val="0"/>
              </a:spcBef>
              <a:spcAft>
                <a:spcPts val="0"/>
              </a:spcAft>
              <a:buClr>
                <a:srgbClr val="000000"/>
              </a:buClr>
              <a:buSzPts val="900"/>
              <a:buFont typeface="Arial"/>
              <a:buNone/>
              <a:defRPr b="0" i="0" spc="0" sz="900" u="none" cap="none" strike="noStrike">
                <a:solidFill>
                  <a:srgbClr val="8A94A3"/>
                </a:solidFill>
                <a:latin typeface="Courier New"/>
                <a:ea typeface="Courier New"/>
                <a:cs typeface="Courier New"/>
                <a:sym typeface="Courier New"/>
              </a:defRPr>
            </a:lvl7pPr>
            <a:lvl8pPr indent="0" lvl="7" marL="0" marR="0" algn="r">
              <a:lnSpc>
                <a:spcPct val="100000"/>
              </a:lnSpc>
              <a:spcBef>
                <a:spcPts val="0"/>
              </a:spcBef>
              <a:spcAft>
                <a:spcPts val="0"/>
              </a:spcAft>
              <a:buClr>
                <a:srgbClr val="000000"/>
              </a:buClr>
              <a:buSzPts val="900"/>
              <a:buFont typeface="Arial"/>
              <a:buNone/>
              <a:defRPr b="0" i="0" spc="0" sz="900" u="none" cap="none" strike="noStrike">
                <a:solidFill>
                  <a:srgbClr val="8A94A3"/>
                </a:solidFill>
                <a:latin typeface="Courier New"/>
                <a:ea typeface="Courier New"/>
                <a:cs typeface="Courier New"/>
                <a:sym typeface="Courier New"/>
              </a:defRPr>
            </a:lvl8pPr>
            <a:lvl9pPr indent="0" lvl="8" marL="0" marR="0" algn="r">
              <a:lnSpc>
                <a:spcPct val="100000"/>
              </a:lnSpc>
              <a:spcBef>
                <a:spcPts val="0"/>
              </a:spcBef>
              <a:spcAft>
                <a:spcPts val="0"/>
              </a:spcAft>
              <a:buClr>
                <a:srgbClr val="000000"/>
              </a:buClr>
              <a:buSzPts val="900"/>
              <a:buFont typeface="Arial"/>
              <a:buNone/>
              <a:defRPr b="0" i="0" spc="0" sz="900" u="none" cap="none" strike="noStrike">
                <a:solidFill>
                  <a:srgbClr val="8A94A3"/>
                </a:solidFill>
                <a:latin typeface="Courier New"/>
                <a:ea typeface="Courier New"/>
                <a:cs typeface="Courier New"/>
                <a:sym typeface="Courier New"/>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_DARK">
  <p:cSld name="CONTENT_DARK">
    <p:bg>
      <p:bgPr>
        <a:solidFill>
          <a:schemeClr val="dk1"/>
        </a:solidFill>
      </p:bgPr>
    </p:bg>
    <p:spTree>
      <p:nvGrpSpPr>
        <p:cNvPr id="18" name="Shape 18"/>
        <p:cNvGrpSpPr/>
        <p:nvPr/>
      </p:nvGrpSpPr>
      <p:grpSpPr>
        <a:xfrm>
          <a:off x="0" y="0"/>
          <a:ext cx="0" cy="0"/>
          <a:chOff x="0" y="0"/>
          <a:chExt cx="0" cy="0"/>
        </a:xfrm>
      </p:grpSpPr>
      <p:sp>
        <p:nvSpPr>
          <p:cNvPr id="19" name="Google Shape;19;p4"/>
          <p:cNvSpPr txBox="1"/>
          <p:nvPr>
            <p:ph type="title"/>
          </p:nvPr>
        </p:nvSpPr>
        <p:spPr>
          <a:xfrm>
            <a:off x="548640" y="566928"/>
            <a:ext cx="8046720" cy="56692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lt1"/>
              </a:buClr>
              <a:buSzPts val="3000"/>
              <a:buFont typeface="Arial"/>
              <a:buNone/>
              <a:defRPr b="1" i="0" spc="0" sz="30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9pPr>
          </a:lstStyle>
          <a:p/>
        </p:txBody>
      </p:sp>
      <p:sp>
        <p:nvSpPr>
          <p:cNvPr id="20" name="Google Shape;20;p4"/>
          <p:cNvSpPr/>
          <p:nvPr/>
        </p:nvSpPr>
        <p:spPr>
          <a:xfrm>
            <a:off x="548640" y="4754880"/>
            <a:ext cx="5486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573"/>
              </a:buClr>
              <a:buSzPts val="900"/>
              <a:buFont typeface="Courier New"/>
              <a:buNone/>
            </a:pPr>
            <a:r>
              <a:rPr b="0" i="0" lang="en-US" spc="0" sz="900" u="none" cap="none" strike="noStrike">
                <a:solidFill>
                  <a:srgbClr val="5B6573"/>
                </a:solidFill>
                <a:latin typeface="Courier New"/>
                <a:ea typeface="Courier New"/>
                <a:cs typeface="Courier New"/>
                <a:sym typeface="Courier New"/>
              </a:rPr>
              <a:t>VISION NAV  ·  CHALLENGE 1  ·  DEEP TECH HACKATHON 2026</a:t>
            </a:r>
            <a:endParaRPr b="0" i="0" spc="0" sz="900" u="none" cap="none" strike="noStrike">
              <a:solidFill>
                <a:schemeClr val="dk1"/>
              </a:solidFill>
              <a:latin typeface="Calibri"/>
              <a:ea typeface="Calibri"/>
              <a:cs typeface="Calibri"/>
              <a:sym typeface="Calibri"/>
            </a:endParaRPr>
          </a:p>
        </p:txBody>
      </p:sp>
      <p:sp>
        <p:nvSpPr>
          <p:cNvPr id="21" name="Google Shape;21;p4"/>
          <p:cNvSpPr txBox="1"/>
          <p:nvPr>
            <p:ph idx="12" type="sldNum"/>
          </p:nvPr>
        </p:nvSpPr>
        <p:spPr>
          <a:xfrm>
            <a:off x="8229600" y="4736592"/>
            <a:ext cx="365760" cy="256032"/>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pc="0" sz="900" u="none" cap="none" strike="noStrike">
                <a:solidFill>
                  <a:srgbClr val="5B6573"/>
                </a:solidFill>
                <a:latin typeface="Courier New"/>
                <a:ea typeface="Courier New"/>
                <a:cs typeface="Courier New"/>
                <a:sym typeface="Courier New"/>
              </a:defRPr>
            </a:lvl1pPr>
            <a:lvl2pPr indent="0" lvl="1" marL="0" marR="0" algn="r">
              <a:lnSpc>
                <a:spcPct val="100000"/>
              </a:lnSpc>
              <a:spcBef>
                <a:spcPts val="0"/>
              </a:spcBef>
              <a:spcAft>
                <a:spcPts val="0"/>
              </a:spcAft>
              <a:buClr>
                <a:srgbClr val="000000"/>
              </a:buClr>
              <a:buSzPts val="900"/>
              <a:buFont typeface="Arial"/>
              <a:buNone/>
              <a:defRPr b="0" i="0" spc="0" sz="900" u="none" cap="none" strike="noStrike">
                <a:solidFill>
                  <a:srgbClr val="5B6573"/>
                </a:solidFill>
                <a:latin typeface="Courier New"/>
                <a:ea typeface="Courier New"/>
                <a:cs typeface="Courier New"/>
                <a:sym typeface="Courier New"/>
              </a:defRPr>
            </a:lvl2pPr>
            <a:lvl3pPr indent="0" lvl="2" marL="0" marR="0" algn="r">
              <a:lnSpc>
                <a:spcPct val="100000"/>
              </a:lnSpc>
              <a:spcBef>
                <a:spcPts val="0"/>
              </a:spcBef>
              <a:spcAft>
                <a:spcPts val="0"/>
              </a:spcAft>
              <a:buClr>
                <a:srgbClr val="000000"/>
              </a:buClr>
              <a:buSzPts val="900"/>
              <a:buFont typeface="Arial"/>
              <a:buNone/>
              <a:defRPr b="0" i="0" spc="0" sz="900" u="none" cap="none" strike="noStrike">
                <a:solidFill>
                  <a:srgbClr val="5B6573"/>
                </a:solidFill>
                <a:latin typeface="Courier New"/>
                <a:ea typeface="Courier New"/>
                <a:cs typeface="Courier New"/>
                <a:sym typeface="Courier New"/>
              </a:defRPr>
            </a:lvl3pPr>
            <a:lvl4pPr indent="0" lvl="3" marL="0" marR="0" algn="r">
              <a:lnSpc>
                <a:spcPct val="100000"/>
              </a:lnSpc>
              <a:spcBef>
                <a:spcPts val="0"/>
              </a:spcBef>
              <a:spcAft>
                <a:spcPts val="0"/>
              </a:spcAft>
              <a:buClr>
                <a:srgbClr val="000000"/>
              </a:buClr>
              <a:buSzPts val="900"/>
              <a:buFont typeface="Arial"/>
              <a:buNone/>
              <a:defRPr b="0" i="0" spc="0" sz="900" u="none" cap="none" strike="noStrike">
                <a:solidFill>
                  <a:srgbClr val="5B6573"/>
                </a:solidFill>
                <a:latin typeface="Courier New"/>
                <a:ea typeface="Courier New"/>
                <a:cs typeface="Courier New"/>
                <a:sym typeface="Courier New"/>
              </a:defRPr>
            </a:lvl4pPr>
            <a:lvl5pPr indent="0" lvl="4" marL="0" marR="0" algn="r">
              <a:lnSpc>
                <a:spcPct val="100000"/>
              </a:lnSpc>
              <a:spcBef>
                <a:spcPts val="0"/>
              </a:spcBef>
              <a:spcAft>
                <a:spcPts val="0"/>
              </a:spcAft>
              <a:buClr>
                <a:srgbClr val="000000"/>
              </a:buClr>
              <a:buSzPts val="900"/>
              <a:buFont typeface="Arial"/>
              <a:buNone/>
              <a:defRPr b="0" i="0" spc="0" sz="900" u="none" cap="none" strike="noStrike">
                <a:solidFill>
                  <a:srgbClr val="5B6573"/>
                </a:solidFill>
                <a:latin typeface="Courier New"/>
                <a:ea typeface="Courier New"/>
                <a:cs typeface="Courier New"/>
                <a:sym typeface="Courier New"/>
              </a:defRPr>
            </a:lvl5pPr>
            <a:lvl6pPr indent="0" lvl="5" marL="0" marR="0" algn="r">
              <a:lnSpc>
                <a:spcPct val="100000"/>
              </a:lnSpc>
              <a:spcBef>
                <a:spcPts val="0"/>
              </a:spcBef>
              <a:spcAft>
                <a:spcPts val="0"/>
              </a:spcAft>
              <a:buClr>
                <a:srgbClr val="000000"/>
              </a:buClr>
              <a:buSzPts val="900"/>
              <a:buFont typeface="Arial"/>
              <a:buNone/>
              <a:defRPr b="0" i="0" spc="0" sz="900" u="none" cap="none" strike="noStrike">
                <a:solidFill>
                  <a:srgbClr val="5B6573"/>
                </a:solidFill>
                <a:latin typeface="Courier New"/>
                <a:ea typeface="Courier New"/>
                <a:cs typeface="Courier New"/>
                <a:sym typeface="Courier New"/>
              </a:defRPr>
            </a:lvl6pPr>
            <a:lvl7pPr indent="0" lvl="6" marL="0" marR="0" algn="r">
              <a:lnSpc>
                <a:spcPct val="100000"/>
              </a:lnSpc>
              <a:spcBef>
                <a:spcPts val="0"/>
              </a:spcBef>
              <a:spcAft>
                <a:spcPts val="0"/>
              </a:spcAft>
              <a:buClr>
                <a:srgbClr val="000000"/>
              </a:buClr>
              <a:buSzPts val="900"/>
              <a:buFont typeface="Arial"/>
              <a:buNone/>
              <a:defRPr b="0" i="0" spc="0" sz="900" u="none" cap="none" strike="noStrike">
                <a:solidFill>
                  <a:srgbClr val="5B6573"/>
                </a:solidFill>
                <a:latin typeface="Courier New"/>
                <a:ea typeface="Courier New"/>
                <a:cs typeface="Courier New"/>
                <a:sym typeface="Courier New"/>
              </a:defRPr>
            </a:lvl7pPr>
            <a:lvl8pPr indent="0" lvl="7" marL="0" marR="0" algn="r">
              <a:lnSpc>
                <a:spcPct val="100000"/>
              </a:lnSpc>
              <a:spcBef>
                <a:spcPts val="0"/>
              </a:spcBef>
              <a:spcAft>
                <a:spcPts val="0"/>
              </a:spcAft>
              <a:buClr>
                <a:srgbClr val="000000"/>
              </a:buClr>
              <a:buSzPts val="900"/>
              <a:buFont typeface="Arial"/>
              <a:buNone/>
              <a:defRPr b="0" i="0" spc="0" sz="900" u="none" cap="none" strike="noStrike">
                <a:solidFill>
                  <a:srgbClr val="5B6573"/>
                </a:solidFill>
                <a:latin typeface="Courier New"/>
                <a:ea typeface="Courier New"/>
                <a:cs typeface="Courier New"/>
                <a:sym typeface="Courier New"/>
              </a:defRPr>
            </a:lvl8pPr>
            <a:lvl9pPr indent="0" lvl="8" marL="0" marR="0" algn="r">
              <a:lnSpc>
                <a:spcPct val="100000"/>
              </a:lnSpc>
              <a:spcBef>
                <a:spcPts val="0"/>
              </a:spcBef>
              <a:spcAft>
                <a:spcPts val="0"/>
              </a:spcAft>
              <a:buClr>
                <a:srgbClr val="000000"/>
              </a:buClr>
              <a:buSzPts val="900"/>
              <a:buFont typeface="Arial"/>
              <a:buNone/>
              <a:defRPr b="0" i="0" spc="0" sz="900" u="none" cap="none" strike="noStrike">
                <a:solidFill>
                  <a:srgbClr val="5B6573"/>
                </a:solidFill>
                <a:latin typeface="Courier New"/>
                <a:ea typeface="Courier New"/>
                <a:cs typeface="Courier New"/>
                <a:sym typeface="Courier New"/>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UP">
  <p:cSld name="BACKUP">
    <p:bg>
      <p:bgPr>
        <a:solidFill>
          <a:schemeClr val="lt2"/>
        </a:solidFill>
      </p:bgPr>
    </p:bg>
    <p:spTree>
      <p:nvGrpSpPr>
        <p:cNvPr id="22" name="Shape 22"/>
        <p:cNvGrpSpPr/>
        <p:nvPr/>
      </p:nvGrpSpPr>
      <p:grpSpPr>
        <a:xfrm>
          <a:off x="0" y="0"/>
          <a:ext cx="0" cy="0"/>
          <a:chOff x="0" y="0"/>
          <a:chExt cx="0" cy="0"/>
        </a:xfrm>
      </p:grpSpPr>
      <p:sp>
        <p:nvSpPr>
          <p:cNvPr id="23" name="Google Shape;23;p5"/>
          <p:cNvSpPr txBox="1"/>
          <p:nvPr>
            <p:ph type="title"/>
          </p:nvPr>
        </p:nvSpPr>
        <p:spPr>
          <a:xfrm>
            <a:off x="548640" y="566928"/>
            <a:ext cx="8046720" cy="56692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3000"/>
              <a:buFont typeface="Arial"/>
              <a:buNone/>
              <a:defRPr b="1" i="0" spc="0" sz="30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9pPr>
          </a:lstStyle>
          <a:p/>
        </p:txBody>
      </p:sp>
      <p:sp>
        <p:nvSpPr>
          <p:cNvPr id="24" name="Google Shape;24;p5"/>
          <p:cNvSpPr/>
          <p:nvPr/>
        </p:nvSpPr>
        <p:spPr>
          <a:xfrm>
            <a:off x="548640" y="4754880"/>
            <a:ext cx="5486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573"/>
              </a:buClr>
              <a:buSzPts val="900"/>
              <a:buFont typeface="Courier New"/>
              <a:buNone/>
            </a:pPr>
            <a:r>
              <a:rPr b="0" i="0" lang="en-US" spc="0" sz="900" u="none" cap="none" strike="noStrike">
                <a:solidFill>
                  <a:srgbClr val="5B6573"/>
                </a:solidFill>
                <a:latin typeface="Courier New"/>
                <a:ea typeface="Courier New"/>
                <a:cs typeface="Courier New"/>
                <a:sym typeface="Courier New"/>
              </a:rPr>
              <a:t>BACKUP  ·  FOR Q&amp;A ONLY</a:t>
            </a:r>
            <a:endParaRPr b="0" i="0" spc="0" sz="900" u="none" cap="none" strike="noStrike">
              <a:solidFill>
                <a:schemeClr val="dk1"/>
              </a:solidFill>
              <a:latin typeface="Calibri"/>
              <a:ea typeface="Calibri"/>
              <a:cs typeface="Calibri"/>
              <a:sym typeface="Calibri"/>
            </a:endParaRPr>
          </a:p>
        </p:txBody>
      </p:sp>
      <p:sp>
        <p:nvSpPr>
          <p:cNvPr id="25" name="Google Shape;25;p5"/>
          <p:cNvSpPr txBox="1"/>
          <p:nvPr>
            <p:ph idx="12" type="sldNum"/>
          </p:nvPr>
        </p:nvSpPr>
        <p:spPr>
          <a:xfrm>
            <a:off x="8229600" y="4736592"/>
            <a:ext cx="365760" cy="256032"/>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pc="0" sz="900" u="none" cap="none" strike="noStrike">
                <a:solidFill>
                  <a:srgbClr val="5B6573"/>
                </a:solidFill>
                <a:latin typeface="Courier New"/>
                <a:ea typeface="Courier New"/>
                <a:cs typeface="Courier New"/>
                <a:sym typeface="Courier New"/>
              </a:defRPr>
            </a:lvl1pPr>
            <a:lvl2pPr indent="0" lvl="1" marL="0" marR="0" algn="r">
              <a:lnSpc>
                <a:spcPct val="100000"/>
              </a:lnSpc>
              <a:spcBef>
                <a:spcPts val="0"/>
              </a:spcBef>
              <a:spcAft>
                <a:spcPts val="0"/>
              </a:spcAft>
              <a:buClr>
                <a:srgbClr val="000000"/>
              </a:buClr>
              <a:buSzPts val="900"/>
              <a:buFont typeface="Arial"/>
              <a:buNone/>
              <a:defRPr b="0" i="0" spc="0" sz="900" u="none" cap="none" strike="noStrike">
                <a:solidFill>
                  <a:srgbClr val="5B6573"/>
                </a:solidFill>
                <a:latin typeface="Courier New"/>
                <a:ea typeface="Courier New"/>
                <a:cs typeface="Courier New"/>
                <a:sym typeface="Courier New"/>
              </a:defRPr>
            </a:lvl2pPr>
            <a:lvl3pPr indent="0" lvl="2" marL="0" marR="0" algn="r">
              <a:lnSpc>
                <a:spcPct val="100000"/>
              </a:lnSpc>
              <a:spcBef>
                <a:spcPts val="0"/>
              </a:spcBef>
              <a:spcAft>
                <a:spcPts val="0"/>
              </a:spcAft>
              <a:buClr>
                <a:srgbClr val="000000"/>
              </a:buClr>
              <a:buSzPts val="900"/>
              <a:buFont typeface="Arial"/>
              <a:buNone/>
              <a:defRPr b="0" i="0" spc="0" sz="900" u="none" cap="none" strike="noStrike">
                <a:solidFill>
                  <a:srgbClr val="5B6573"/>
                </a:solidFill>
                <a:latin typeface="Courier New"/>
                <a:ea typeface="Courier New"/>
                <a:cs typeface="Courier New"/>
                <a:sym typeface="Courier New"/>
              </a:defRPr>
            </a:lvl3pPr>
            <a:lvl4pPr indent="0" lvl="3" marL="0" marR="0" algn="r">
              <a:lnSpc>
                <a:spcPct val="100000"/>
              </a:lnSpc>
              <a:spcBef>
                <a:spcPts val="0"/>
              </a:spcBef>
              <a:spcAft>
                <a:spcPts val="0"/>
              </a:spcAft>
              <a:buClr>
                <a:srgbClr val="000000"/>
              </a:buClr>
              <a:buSzPts val="900"/>
              <a:buFont typeface="Arial"/>
              <a:buNone/>
              <a:defRPr b="0" i="0" spc="0" sz="900" u="none" cap="none" strike="noStrike">
                <a:solidFill>
                  <a:srgbClr val="5B6573"/>
                </a:solidFill>
                <a:latin typeface="Courier New"/>
                <a:ea typeface="Courier New"/>
                <a:cs typeface="Courier New"/>
                <a:sym typeface="Courier New"/>
              </a:defRPr>
            </a:lvl4pPr>
            <a:lvl5pPr indent="0" lvl="4" marL="0" marR="0" algn="r">
              <a:lnSpc>
                <a:spcPct val="100000"/>
              </a:lnSpc>
              <a:spcBef>
                <a:spcPts val="0"/>
              </a:spcBef>
              <a:spcAft>
                <a:spcPts val="0"/>
              </a:spcAft>
              <a:buClr>
                <a:srgbClr val="000000"/>
              </a:buClr>
              <a:buSzPts val="900"/>
              <a:buFont typeface="Arial"/>
              <a:buNone/>
              <a:defRPr b="0" i="0" spc="0" sz="900" u="none" cap="none" strike="noStrike">
                <a:solidFill>
                  <a:srgbClr val="5B6573"/>
                </a:solidFill>
                <a:latin typeface="Courier New"/>
                <a:ea typeface="Courier New"/>
                <a:cs typeface="Courier New"/>
                <a:sym typeface="Courier New"/>
              </a:defRPr>
            </a:lvl5pPr>
            <a:lvl6pPr indent="0" lvl="5" marL="0" marR="0" algn="r">
              <a:lnSpc>
                <a:spcPct val="100000"/>
              </a:lnSpc>
              <a:spcBef>
                <a:spcPts val="0"/>
              </a:spcBef>
              <a:spcAft>
                <a:spcPts val="0"/>
              </a:spcAft>
              <a:buClr>
                <a:srgbClr val="000000"/>
              </a:buClr>
              <a:buSzPts val="900"/>
              <a:buFont typeface="Arial"/>
              <a:buNone/>
              <a:defRPr b="0" i="0" spc="0" sz="900" u="none" cap="none" strike="noStrike">
                <a:solidFill>
                  <a:srgbClr val="5B6573"/>
                </a:solidFill>
                <a:latin typeface="Courier New"/>
                <a:ea typeface="Courier New"/>
                <a:cs typeface="Courier New"/>
                <a:sym typeface="Courier New"/>
              </a:defRPr>
            </a:lvl6pPr>
            <a:lvl7pPr indent="0" lvl="6" marL="0" marR="0" algn="r">
              <a:lnSpc>
                <a:spcPct val="100000"/>
              </a:lnSpc>
              <a:spcBef>
                <a:spcPts val="0"/>
              </a:spcBef>
              <a:spcAft>
                <a:spcPts val="0"/>
              </a:spcAft>
              <a:buClr>
                <a:srgbClr val="000000"/>
              </a:buClr>
              <a:buSzPts val="900"/>
              <a:buFont typeface="Arial"/>
              <a:buNone/>
              <a:defRPr b="0" i="0" spc="0" sz="900" u="none" cap="none" strike="noStrike">
                <a:solidFill>
                  <a:srgbClr val="5B6573"/>
                </a:solidFill>
                <a:latin typeface="Courier New"/>
                <a:ea typeface="Courier New"/>
                <a:cs typeface="Courier New"/>
                <a:sym typeface="Courier New"/>
              </a:defRPr>
            </a:lvl7pPr>
            <a:lvl8pPr indent="0" lvl="7" marL="0" marR="0" algn="r">
              <a:lnSpc>
                <a:spcPct val="100000"/>
              </a:lnSpc>
              <a:spcBef>
                <a:spcPts val="0"/>
              </a:spcBef>
              <a:spcAft>
                <a:spcPts val="0"/>
              </a:spcAft>
              <a:buClr>
                <a:srgbClr val="000000"/>
              </a:buClr>
              <a:buSzPts val="900"/>
              <a:buFont typeface="Arial"/>
              <a:buNone/>
              <a:defRPr b="0" i="0" spc="0" sz="900" u="none" cap="none" strike="noStrike">
                <a:solidFill>
                  <a:srgbClr val="5B6573"/>
                </a:solidFill>
                <a:latin typeface="Courier New"/>
                <a:ea typeface="Courier New"/>
                <a:cs typeface="Courier New"/>
                <a:sym typeface="Courier New"/>
              </a:defRPr>
            </a:lvl8pPr>
            <a:lvl9pPr indent="0" lvl="8" marL="0" marR="0" algn="r">
              <a:lnSpc>
                <a:spcPct val="100000"/>
              </a:lnSpc>
              <a:spcBef>
                <a:spcPts val="0"/>
              </a:spcBef>
              <a:spcAft>
                <a:spcPts val="0"/>
              </a:spcAft>
              <a:buClr>
                <a:srgbClr val="000000"/>
              </a:buClr>
              <a:buSzPts val="900"/>
              <a:buFont typeface="Arial"/>
              <a:buNone/>
              <a:defRPr b="0" i="0" spc="0" sz="900" u="none" cap="none" strike="noStrike">
                <a:solidFill>
                  <a:srgbClr val="5B6573"/>
                </a:solidFill>
                <a:latin typeface="Courier New"/>
                <a:ea typeface="Courier New"/>
                <a:cs typeface="Courier New"/>
                <a:sym typeface="Courier New"/>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6" name="Shape 2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8229600" y="4736592"/>
            <a:ext cx="365760" cy="256032"/>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pc="0" sz="900" u="none" cap="none" strike="noStrike">
                <a:solidFill>
                  <a:srgbClr val="8A94A3"/>
                </a:solidFill>
                <a:latin typeface="Courier New"/>
                <a:ea typeface="Courier New"/>
                <a:cs typeface="Courier New"/>
                <a:sym typeface="Courier New"/>
              </a:defRPr>
            </a:lvl1pPr>
            <a:lvl2pPr indent="0" lvl="1" marL="0" marR="0" rtl="0" algn="r">
              <a:lnSpc>
                <a:spcPct val="100000"/>
              </a:lnSpc>
              <a:spcBef>
                <a:spcPts val="0"/>
              </a:spcBef>
              <a:spcAft>
                <a:spcPts val="0"/>
              </a:spcAft>
              <a:buClr>
                <a:srgbClr val="000000"/>
              </a:buClr>
              <a:buSzPts val="900"/>
              <a:buFont typeface="Arial"/>
              <a:buNone/>
              <a:defRPr b="0" i="0" spc="0" sz="900" u="none" cap="none" strike="noStrike">
                <a:solidFill>
                  <a:srgbClr val="8A94A3"/>
                </a:solidFill>
                <a:latin typeface="Courier New"/>
                <a:ea typeface="Courier New"/>
                <a:cs typeface="Courier New"/>
                <a:sym typeface="Courier New"/>
              </a:defRPr>
            </a:lvl2pPr>
            <a:lvl3pPr indent="0" lvl="2" marL="0" marR="0" rtl="0" algn="r">
              <a:lnSpc>
                <a:spcPct val="100000"/>
              </a:lnSpc>
              <a:spcBef>
                <a:spcPts val="0"/>
              </a:spcBef>
              <a:spcAft>
                <a:spcPts val="0"/>
              </a:spcAft>
              <a:buClr>
                <a:srgbClr val="000000"/>
              </a:buClr>
              <a:buSzPts val="900"/>
              <a:buFont typeface="Arial"/>
              <a:buNone/>
              <a:defRPr b="0" i="0" spc="0" sz="900" u="none" cap="none" strike="noStrike">
                <a:solidFill>
                  <a:srgbClr val="8A94A3"/>
                </a:solidFill>
                <a:latin typeface="Courier New"/>
                <a:ea typeface="Courier New"/>
                <a:cs typeface="Courier New"/>
                <a:sym typeface="Courier New"/>
              </a:defRPr>
            </a:lvl3pPr>
            <a:lvl4pPr indent="0" lvl="3" marL="0" marR="0" rtl="0" algn="r">
              <a:lnSpc>
                <a:spcPct val="100000"/>
              </a:lnSpc>
              <a:spcBef>
                <a:spcPts val="0"/>
              </a:spcBef>
              <a:spcAft>
                <a:spcPts val="0"/>
              </a:spcAft>
              <a:buClr>
                <a:srgbClr val="000000"/>
              </a:buClr>
              <a:buSzPts val="900"/>
              <a:buFont typeface="Arial"/>
              <a:buNone/>
              <a:defRPr b="0" i="0" spc="0" sz="900" u="none" cap="none" strike="noStrike">
                <a:solidFill>
                  <a:srgbClr val="8A94A3"/>
                </a:solidFill>
                <a:latin typeface="Courier New"/>
                <a:ea typeface="Courier New"/>
                <a:cs typeface="Courier New"/>
                <a:sym typeface="Courier New"/>
              </a:defRPr>
            </a:lvl4pPr>
            <a:lvl5pPr indent="0" lvl="4" marL="0" marR="0" rtl="0" algn="r">
              <a:lnSpc>
                <a:spcPct val="100000"/>
              </a:lnSpc>
              <a:spcBef>
                <a:spcPts val="0"/>
              </a:spcBef>
              <a:spcAft>
                <a:spcPts val="0"/>
              </a:spcAft>
              <a:buClr>
                <a:srgbClr val="000000"/>
              </a:buClr>
              <a:buSzPts val="900"/>
              <a:buFont typeface="Arial"/>
              <a:buNone/>
              <a:defRPr b="0" i="0" spc="0" sz="900" u="none" cap="none" strike="noStrike">
                <a:solidFill>
                  <a:srgbClr val="8A94A3"/>
                </a:solidFill>
                <a:latin typeface="Courier New"/>
                <a:ea typeface="Courier New"/>
                <a:cs typeface="Courier New"/>
                <a:sym typeface="Courier New"/>
              </a:defRPr>
            </a:lvl5pPr>
            <a:lvl6pPr indent="0" lvl="5" marL="0" marR="0" rtl="0" algn="r">
              <a:lnSpc>
                <a:spcPct val="100000"/>
              </a:lnSpc>
              <a:spcBef>
                <a:spcPts val="0"/>
              </a:spcBef>
              <a:spcAft>
                <a:spcPts val="0"/>
              </a:spcAft>
              <a:buClr>
                <a:srgbClr val="000000"/>
              </a:buClr>
              <a:buSzPts val="900"/>
              <a:buFont typeface="Arial"/>
              <a:buNone/>
              <a:defRPr b="0" i="0" spc="0" sz="900" u="none" cap="none" strike="noStrike">
                <a:solidFill>
                  <a:srgbClr val="8A94A3"/>
                </a:solidFill>
                <a:latin typeface="Courier New"/>
                <a:ea typeface="Courier New"/>
                <a:cs typeface="Courier New"/>
                <a:sym typeface="Courier New"/>
              </a:defRPr>
            </a:lvl6pPr>
            <a:lvl7pPr indent="0" lvl="6" marL="0" marR="0" rtl="0" algn="r">
              <a:lnSpc>
                <a:spcPct val="100000"/>
              </a:lnSpc>
              <a:spcBef>
                <a:spcPts val="0"/>
              </a:spcBef>
              <a:spcAft>
                <a:spcPts val="0"/>
              </a:spcAft>
              <a:buClr>
                <a:srgbClr val="000000"/>
              </a:buClr>
              <a:buSzPts val="900"/>
              <a:buFont typeface="Arial"/>
              <a:buNone/>
              <a:defRPr b="0" i="0" spc="0" sz="900" u="none" cap="none" strike="noStrike">
                <a:solidFill>
                  <a:srgbClr val="8A94A3"/>
                </a:solidFill>
                <a:latin typeface="Courier New"/>
                <a:ea typeface="Courier New"/>
                <a:cs typeface="Courier New"/>
                <a:sym typeface="Courier New"/>
              </a:defRPr>
            </a:lvl7pPr>
            <a:lvl8pPr indent="0" lvl="7" marL="0" marR="0" rtl="0" algn="r">
              <a:lnSpc>
                <a:spcPct val="100000"/>
              </a:lnSpc>
              <a:spcBef>
                <a:spcPts val="0"/>
              </a:spcBef>
              <a:spcAft>
                <a:spcPts val="0"/>
              </a:spcAft>
              <a:buClr>
                <a:srgbClr val="000000"/>
              </a:buClr>
              <a:buSzPts val="900"/>
              <a:buFont typeface="Arial"/>
              <a:buNone/>
              <a:defRPr b="0" i="0" spc="0" sz="900" u="none" cap="none" strike="noStrike">
                <a:solidFill>
                  <a:srgbClr val="8A94A3"/>
                </a:solidFill>
                <a:latin typeface="Courier New"/>
                <a:ea typeface="Courier New"/>
                <a:cs typeface="Courier New"/>
                <a:sym typeface="Courier New"/>
              </a:defRPr>
            </a:lvl8pPr>
            <a:lvl9pPr indent="0" lvl="8" marL="0" marR="0" rtl="0" algn="r">
              <a:lnSpc>
                <a:spcPct val="100000"/>
              </a:lnSpc>
              <a:spcBef>
                <a:spcPts val="0"/>
              </a:spcBef>
              <a:spcAft>
                <a:spcPts val="0"/>
              </a:spcAft>
              <a:buClr>
                <a:srgbClr val="000000"/>
              </a:buClr>
              <a:buSzPts val="900"/>
              <a:buFont typeface="Arial"/>
              <a:buNone/>
              <a:defRPr b="0" i="0" spc="0" sz="900" u="none" cap="none" strike="noStrike">
                <a:solidFill>
                  <a:srgbClr val="8A94A3"/>
                </a:solidFill>
                <a:latin typeface="Courier New"/>
                <a:ea typeface="Courier New"/>
                <a:cs typeface="Courier New"/>
                <a:sym typeface="Courier New"/>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7.png"/><Relationship Id="rId5" Type="http://schemas.openxmlformats.org/officeDocument/2006/relationships/image" Target="../media/image6.png"/><Relationship Id="rId6"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1.png"/><Relationship Id="rId7" Type="http://schemas.openxmlformats.org/officeDocument/2006/relationships/image" Target="../media/image3.png"/><Relationship Id="rId8"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2.png"/><Relationship Id="rId5"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sp>
        <p:nvSpPr>
          <p:cNvPr id="32" name="Google Shape;32;p7"/>
          <p:cNvSpPr txBox="1"/>
          <p:nvPr/>
        </p:nvSpPr>
        <p:spPr>
          <a:xfrm>
            <a:off x="548640" y="822960"/>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100"/>
              <a:buFont typeface="Courier New"/>
              <a:buNone/>
            </a:pPr>
            <a:r>
              <a:rPr b="1" i="0" lang="en-US" spc="100" sz="1100" u="none" cap="none" strike="noStrike">
                <a:solidFill>
                  <a:schemeClr val="accent1"/>
                </a:solidFill>
                <a:latin typeface="Courier New"/>
                <a:ea typeface="Courier New"/>
                <a:cs typeface="Courier New"/>
                <a:sym typeface="Courier New"/>
              </a:rPr>
              <a:t>DEEP TECH HACKATHON · CHALLENGE 1</a:t>
            </a:r>
            <a:endParaRPr b="0" i="0" spc="0" sz="1100" u="none" cap="none" strike="noStrike">
              <a:solidFill>
                <a:schemeClr val="dk1"/>
              </a:solidFill>
              <a:latin typeface="Calibri"/>
              <a:ea typeface="Calibri"/>
              <a:cs typeface="Calibri"/>
              <a:sym typeface="Calibri"/>
            </a:endParaRPr>
          </a:p>
        </p:txBody>
      </p:sp>
      <p:sp>
        <p:nvSpPr>
          <p:cNvPr id="33" name="Google Shape;33;p7"/>
          <p:cNvSpPr txBox="1"/>
          <p:nvPr>
            <p:ph type="title"/>
          </p:nvPr>
        </p:nvSpPr>
        <p:spPr>
          <a:xfrm>
            <a:off x="548640" y="1325880"/>
            <a:ext cx="4389120" cy="914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lt1"/>
              </a:buClr>
              <a:buSzPts val="5400"/>
              <a:buFont typeface="Arial"/>
              <a:buNone/>
            </a:pPr>
            <a:r>
              <a:rPr b="1" lang="en-US" sz="5400">
                <a:solidFill>
                  <a:schemeClr val="lt1"/>
                </a:solidFill>
              </a:rPr>
              <a:t>Vision Nav</a:t>
            </a:r>
            <a:endParaRPr sz="5400"/>
          </a:p>
        </p:txBody>
      </p:sp>
      <p:sp>
        <p:nvSpPr>
          <p:cNvPr id="34" name="Google Shape;34;p7"/>
          <p:cNvSpPr txBox="1"/>
          <p:nvPr>
            <p:ph idx="1" type="body"/>
          </p:nvPr>
        </p:nvSpPr>
        <p:spPr>
          <a:xfrm>
            <a:off x="548640" y="2331720"/>
            <a:ext cx="4206240" cy="914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5"/>
              </a:buClr>
              <a:buSzPts val="1800"/>
              <a:buNone/>
            </a:pPr>
            <a:r>
              <a:rPr lang="en-US" sz="1800">
                <a:solidFill>
                  <a:schemeClr val="accent5"/>
                </a:solidFill>
              </a:rPr>
              <a:t>Shared vision for mobile robots: a rover guided by a camera in the room</a:t>
            </a:r>
            <a:endParaRPr sz="1800"/>
          </a:p>
        </p:txBody>
      </p:sp>
      <p:sp>
        <p:nvSpPr>
          <p:cNvPr id="35" name="Google Shape;35;p7"/>
          <p:cNvSpPr txBox="1"/>
          <p:nvPr/>
        </p:nvSpPr>
        <p:spPr>
          <a:xfrm>
            <a:off x="548640" y="3611880"/>
            <a:ext cx="4114800" cy="457200"/>
          </a:xfrm>
          <a:prstGeom prst="rect">
            <a:avLst/>
          </a:prstGeom>
          <a:solidFill>
            <a:schemeClr val="dk2"/>
          </a:solidFill>
          <a:ln cap="flat" cmpd="sng" w="15875">
            <a:solidFill>
              <a:srgbClr val="FFB020"/>
            </a:solidFill>
            <a:prstDash val="dash"/>
            <a:round/>
            <a:headEnd len="sm" w="sm" type="none"/>
            <a:tailEnd len="sm" w="sm" type="none"/>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B020"/>
              </a:buClr>
              <a:buSzPts val="1200"/>
              <a:buFont typeface="Courier New"/>
              <a:buNone/>
            </a:pPr>
            <a:r>
              <a:rPr b="0" i="0" lang="en-US" spc="0" sz="1200" u="none" cap="none" strike="noStrike">
                <a:solidFill>
                  <a:srgbClr val="FFB020"/>
                </a:solidFill>
                <a:latin typeface="Courier New"/>
                <a:ea typeface="Courier New"/>
                <a:cs typeface="Courier New"/>
                <a:sym typeface="Courier New"/>
              </a:rPr>
              <a:t>[ Team: Cool Rover ]</a:t>
            </a:r>
            <a:endParaRPr b="0" i="0" spc="0" sz="1200" u="none" cap="none" strike="noStrike">
              <a:solidFill>
                <a:schemeClr val="dk1"/>
              </a:solidFill>
              <a:latin typeface="Calibri"/>
              <a:ea typeface="Calibri"/>
              <a:cs typeface="Calibri"/>
              <a:sym typeface="Calibri"/>
            </a:endParaRPr>
          </a:p>
        </p:txBody>
      </p:sp>
      <p:sp>
        <p:nvSpPr>
          <p:cNvPr id="36" name="Google Shape;36;p7"/>
          <p:cNvSpPr/>
          <p:nvPr/>
        </p:nvSpPr>
        <p:spPr>
          <a:xfrm>
            <a:off x="5257800" y="868680"/>
            <a:ext cx="3337560" cy="3429000"/>
          </a:xfrm>
          <a:prstGeom prst="rect">
            <a:avLst/>
          </a:prstGeom>
          <a:solidFill>
            <a:schemeClr val="dk2"/>
          </a:solidFill>
          <a:ln cap="flat" cmpd="sng" w="12700">
            <a:solidFill>
              <a:srgbClr val="2E3A4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7" name="Google Shape;37;p7"/>
          <p:cNvSpPr/>
          <p:nvPr/>
        </p:nvSpPr>
        <p:spPr>
          <a:xfrm>
            <a:off x="5349240" y="960120"/>
            <a:ext cx="329184" cy="329184"/>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8" name="Google Shape;38;p7"/>
          <p:cNvSpPr/>
          <p:nvPr/>
        </p:nvSpPr>
        <p:spPr>
          <a:xfrm>
            <a:off x="5404104" y="1014984"/>
            <a:ext cx="54864" cy="54864"/>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9" name="Google Shape;39;p7"/>
          <p:cNvSpPr/>
          <p:nvPr/>
        </p:nvSpPr>
        <p:spPr>
          <a:xfrm>
            <a:off x="5513832" y="1014984"/>
            <a:ext cx="54864" cy="54864"/>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0" name="Google Shape;40;p7"/>
          <p:cNvSpPr/>
          <p:nvPr/>
        </p:nvSpPr>
        <p:spPr>
          <a:xfrm>
            <a:off x="5568696" y="1014984"/>
            <a:ext cx="54864" cy="54864"/>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1" name="Google Shape;41;p7"/>
          <p:cNvSpPr/>
          <p:nvPr/>
        </p:nvSpPr>
        <p:spPr>
          <a:xfrm>
            <a:off x="5458968" y="1069848"/>
            <a:ext cx="54864" cy="54864"/>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2" name="Google Shape;42;p7"/>
          <p:cNvSpPr/>
          <p:nvPr/>
        </p:nvSpPr>
        <p:spPr>
          <a:xfrm>
            <a:off x="5404104" y="1124712"/>
            <a:ext cx="54864" cy="54864"/>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3" name="Google Shape;43;p7"/>
          <p:cNvSpPr/>
          <p:nvPr/>
        </p:nvSpPr>
        <p:spPr>
          <a:xfrm>
            <a:off x="5458968" y="1124712"/>
            <a:ext cx="54864" cy="54864"/>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4" name="Google Shape;44;p7"/>
          <p:cNvSpPr/>
          <p:nvPr/>
        </p:nvSpPr>
        <p:spPr>
          <a:xfrm>
            <a:off x="5568696" y="1124712"/>
            <a:ext cx="54864" cy="54864"/>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5" name="Google Shape;45;p7"/>
          <p:cNvSpPr/>
          <p:nvPr/>
        </p:nvSpPr>
        <p:spPr>
          <a:xfrm>
            <a:off x="5513832" y="1179576"/>
            <a:ext cx="54864" cy="54864"/>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6" name="Google Shape;46;p7"/>
          <p:cNvSpPr/>
          <p:nvPr/>
        </p:nvSpPr>
        <p:spPr>
          <a:xfrm>
            <a:off x="8174736" y="960120"/>
            <a:ext cx="329184" cy="329184"/>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7" name="Google Shape;47;p7"/>
          <p:cNvSpPr/>
          <p:nvPr/>
        </p:nvSpPr>
        <p:spPr>
          <a:xfrm>
            <a:off x="8284464" y="1014984"/>
            <a:ext cx="54864" cy="54864"/>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8" name="Google Shape;48;p7"/>
          <p:cNvSpPr/>
          <p:nvPr/>
        </p:nvSpPr>
        <p:spPr>
          <a:xfrm>
            <a:off x="8339328" y="1014984"/>
            <a:ext cx="54864" cy="54864"/>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9" name="Google Shape;49;p7"/>
          <p:cNvSpPr/>
          <p:nvPr/>
        </p:nvSpPr>
        <p:spPr>
          <a:xfrm>
            <a:off x="8229600" y="1069848"/>
            <a:ext cx="54864" cy="54864"/>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0" name="Google Shape;50;p7"/>
          <p:cNvSpPr/>
          <p:nvPr/>
        </p:nvSpPr>
        <p:spPr>
          <a:xfrm>
            <a:off x="8394192" y="1069848"/>
            <a:ext cx="54864" cy="54864"/>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1" name="Google Shape;51;p7"/>
          <p:cNvSpPr/>
          <p:nvPr/>
        </p:nvSpPr>
        <p:spPr>
          <a:xfrm>
            <a:off x="8229600" y="1124712"/>
            <a:ext cx="54864" cy="54864"/>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2" name="Google Shape;52;p7"/>
          <p:cNvSpPr/>
          <p:nvPr/>
        </p:nvSpPr>
        <p:spPr>
          <a:xfrm>
            <a:off x="8284464" y="1124712"/>
            <a:ext cx="54864" cy="54864"/>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3" name="Google Shape;53;p7"/>
          <p:cNvSpPr/>
          <p:nvPr/>
        </p:nvSpPr>
        <p:spPr>
          <a:xfrm>
            <a:off x="8284464" y="1179576"/>
            <a:ext cx="54864" cy="54864"/>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4" name="Google Shape;54;p7"/>
          <p:cNvSpPr/>
          <p:nvPr/>
        </p:nvSpPr>
        <p:spPr>
          <a:xfrm>
            <a:off x="8394192" y="1179576"/>
            <a:ext cx="54864" cy="54864"/>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5" name="Google Shape;55;p7"/>
          <p:cNvSpPr/>
          <p:nvPr/>
        </p:nvSpPr>
        <p:spPr>
          <a:xfrm>
            <a:off x="5349240" y="3877056"/>
            <a:ext cx="329184" cy="329184"/>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6" name="Google Shape;56;p7"/>
          <p:cNvSpPr/>
          <p:nvPr/>
        </p:nvSpPr>
        <p:spPr>
          <a:xfrm>
            <a:off x="5404104" y="3931920"/>
            <a:ext cx="54864" cy="54864"/>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7" name="Google Shape;57;p7"/>
          <p:cNvSpPr/>
          <p:nvPr/>
        </p:nvSpPr>
        <p:spPr>
          <a:xfrm>
            <a:off x="5458968" y="3931920"/>
            <a:ext cx="54864" cy="54864"/>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8" name="Google Shape;58;p7"/>
          <p:cNvSpPr/>
          <p:nvPr/>
        </p:nvSpPr>
        <p:spPr>
          <a:xfrm>
            <a:off x="5513832" y="3986784"/>
            <a:ext cx="54864" cy="54864"/>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9" name="Google Shape;59;p7"/>
          <p:cNvSpPr/>
          <p:nvPr/>
        </p:nvSpPr>
        <p:spPr>
          <a:xfrm>
            <a:off x="5568696" y="3986784"/>
            <a:ext cx="54864" cy="54864"/>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0" name="Google Shape;60;p7"/>
          <p:cNvSpPr/>
          <p:nvPr/>
        </p:nvSpPr>
        <p:spPr>
          <a:xfrm>
            <a:off x="5404104" y="4041648"/>
            <a:ext cx="54864" cy="54864"/>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1" name="Google Shape;61;p7"/>
          <p:cNvSpPr/>
          <p:nvPr/>
        </p:nvSpPr>
        <p:spPr>
          <a:xfrm>
            <a:off x="5513832" y="4041648"/>
            <a:ext cx="54864" cy="54864"/>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2" name="Google Shape;62;p7"/>
          <p:cNvSpPr/>
          <p:nvPr/>
        </p:nvSpPr>
        <p:spPr>
          <a:xfrm>
            <a:off x="5404104" y="4096512"/>
            <a:ext cx="54864" cy="54864"/>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3" name="Google Shape;63;p7"/>
          <p:cNvSpPr/>
          <p:nvPr/>
        </p:nvSpPr>
        <p:spPr>
          <a:xfrm>
            <a:off x="5568696" y="4096512"/>
            <a:ext cx="54864" cy="54864"/>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4" name="Google Shape;64;p7"/>
          <p:cNvSpPr/>
          <p:nvPr/>
        </p:nvSpPr>
        <p:spPr>
          <a:xfrm>
            <a:off x="8174736" y="3877056"/>
            <a:ext cx="329184" cy="329184"/>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5" name="Google Shape;65;p7"/>
          <p:cNvSpPr/>
          <p:nvPr/>
        </p:nvSpPr>
        <p:spPr>
          <a:xfrm>
            <a:off x="8339328" y="3931920"/>
            <a:ext cx="54864" cy="54864"/>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6" name="Google Shape;66;p7"/>
          <p:cNvSpPr/>
          <p:nvPr/>
        </p:nvSpPr>
        <p:spPr>
          <a:xfrm>
            <a:off x="8394192" y="3931920"/>
            <a:ext cx="54864" cy="54864"/>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7" name="Google Shape;67;p7"/>
          <p:cNvSpPr/>
          <p:nvPr/>
        </p:nvSpPr>
        <p:spPr>
          <a:xfrm>
            <a:off x="8229600" y="3986784"/>
            <a:ext cx="54864" cy="54864"/>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8" name="Google Shape;68;p7"/>
          <p:cNvSpPr/>
          <p:nvPr/>
        </p:nvSpPr>
        <p:spPr>
          <a:xfrm>
            <a:off x="8284464" y="3986784"/>
            <a:ext cx="54864" cy="54864"/>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9" name="Google Shape;69;p7"/>
          <p:cNvSpPr/>
          <p:nvPr/>
        </p:nvSpPr>
        <p:spPr>
          <a:xfrm>
            <a:off x="8284464" y="4041648"/>
            <a:ext cx="54864" cy="54864"/>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0" name="Google Shape;70;p7"/>
          <p:cNvSpPr/>
          <p:nvPr/>
        </p:nvSpPr>
        <p:spPr>
          <a:xfrm>
            <a:off x="8394192" y="4041648"/>
            <a:ext cx="54864" cy="54864"/>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1" name="Google Shape;71;p7"/>
          <p:cNvSpPr/>
          <p:nvPr/>
        </p:nvSpPr>
        <p:spPr>
          <a:xfrm>
            <a:off x="8229600" y="4096512"/>
            <a:ext cx="54864" cy="54864"/>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2" name="Google Shape;72;p7"/>
          <p:cNvSpPr/>
          <p:nvPr/>
        </p:nvSpPr>
        <p:spPr>
          <a:xfrm>
            <a:off x="8339328" y="4096512"/>
            <a:ext cx="54864" cy="54864"/>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3" name="Google Shape;73;p7"/>
          <p:cNvSpPr/>
          <p:nvPr/>
        </p:nvSpPr>
        <p:spPr>
          <a:xfrm>
            <a:off x="6492240" y="1783080"/>
            <a:ext cx="640080" cy="502920"/>
          </a:xfrm>
          <a:prstGeom prst="rect">
            <a:avLst/>
          </a:prstGeom>
          <a:solidFill>
            <a:srgbClr val="5B65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4" name="Google Shape;74;p7"/>
          <p:cNvSpPr/>
          <p:nvPr/>
        </p:nvSpPr>
        <p:spPr>
          <a:xfrm>
            <a:off x="7315200" y="2971800"/>
            <a:ext cx="502920" cy="685800"/>
          </a:xfrm>
          <a:prstGeom prst="rect">
            <a:avLst/>
          </a:prstGeom>
          <a:solidFill>
            <a:srgbClr val="5B65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cxnSp>
        <p:nvCxnSpPr>
          <p:cNvPr id="75" name="Google Shape;75;p7"/>
          <p:cNvCxnSpPr/>
          <p:nvPr/>
        </p:nvCxnSpPr>
        <p:spPr>
          <a:xfrm flipH="1" rot="10800000">
            <a:off x="5943600" y="2606040"/>
            <a:ext cx="365760" cy="1051560"/>
          </a:xfrm>
          <a:prstGeom prst="straightConnector1">
            <a:avLst/>
          </a:prstGeom>
          <a:noFill/>
          <a:ln cap="flat" cmpd="sng" w="31750">
            <a:solidFill>
              <a:srgbClr val="14B8A6"/>
            </a:solidFill>
            <a:prstDash val="dash"/>
            <a:round/>
            <a:headEnd len="sm" w="sm" type="none"/>
            <a:tailEnd len="sm" w="sm" type="none"/>
          </a:ln>
        </p:spPr>
      </p:cxnSp>
      <p:cxnSp>
        <p:nvCxnSpPr>
          <p:cNvPr id="76" name="Google Shape;76;p7"/>
          <p:cNvCxnSpPr/>
          <p:nvPr/>
        </p:nvCxnSpPr>
        <p:spPr>
          <a:xfrm flipH="1" rot="10800000">
            <a:off x="6309360" y="2468880"/>
            <a:ext cx="1097280" cy="137160"/>
          </a:xfrm>
          <a:prstGeom prst="straightConnector1">
            <a:avLst/>
          </a:prstGeom>
          <a:noFill/>
          <a:ln cap="flat" cmpd="sng" w="31750">
            <a:solidFill>
              <a:srgbClr val="14B8A6"/>
            </a:solidFill>
            <a:prstDash val="dash"/>
            <a:round/>
            <a:headEnd len="sm" w="sm" type="none"/>
            <a:tailEnd len="sm" w="sm" type="none"/>
          </a:ln>
        </p:spPr>
      </p:cxnSp>
      <p:cxnSp>
        <p:nvCxnSpPr>
          <p:cNvPr id="77" name="Google Shape;77;p7"/>
          <p:cNvCxnSpPr/>
          <p:nvPr/>
        </p:nvCxnSpPr>
        <p:spPr>
          <a:xfrm flipH="1" rot="10800000">
            <a:off x="7406640" y="1645920"/>
            <a:ext cx="594360" cy="822960"/>
          </a:xfrm>
          <a:prstGeom prst="straightConnector1">
            <a:avLst/>
          </a:prstGeom>
          <a:noFill/>
          <a:ln cap="flat" cmpd="sng" w="31750">
            <a:solidFill>
              <a:srgbClr val="14B8A6"/>
            </a:solidFill>
            <a:prstDash val="dash"/>
            <a:round/>
            <a:headEnd len="sm" w="sm" type="none"/>
            <a:tailEnd len="sm" w="sm" type="none"/>
          </a:ln>
        </p:spPr>
      </p:cxnSp>
      <p:sp>
        <p:nvSpPr>
          <p:cNvPr id="78" name="Google Shape;78;p7"/>
          <p:cNvSpPr/>
          <p:nvPr/>
        </p:nvSpPr>
        <p:spPr>
          <a:xfrm>
            <a:off x="6254496" y="2551176"/>
            <a:ext cx="109728" cy="109728"/>
          </a:xfrm>
          <a:prstGeom prst="ellipse">
            <a:avLst/>
          </a:prstGeom>
          <a:solidFill>
            <a:srgbClr val="14B8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9" name="Google Shape;79;p7"/>
          <p:cNvSpPr/>
          <p:nvPr/>
        </p:nvSpPr>
        <p:spPr>
          <a:xfrm>
            <a:off x="7351776" y="2414016"/>
            <a:ext cx="109728" cy="109728"/>
          </a:xfrm>
          <a:prstGeom prst="ellipse">
            <a:avLst/>
          </a:prstGeom>
          <a:solidFill>
            <a:srgbClr val="14B8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0" name="Google Shape;80;p7"/>
          <p:cNvSpPr/>
          <p:nvPr/>
        </p:nvSpPr>
        <p:spPr>
          <a:xfrm>
            <a:off x="7882128" y="1527048"/>
            <a:ext cx="237744" cy="237744"/>
          </a:xfrm>
          <a:prstGeom prst="ellipse">
            <a:avLst/>
          </a:prstGeom>
          <a:solidFill>
            <a:schemeClr val="dk2"/>
          </a:solidFill>
          <a:ln cap="flat" cmpd="sng" w="31750">
            <a:solidFill>
              <a:srgbClr val="14B8A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1" name="Google Shape;81;p7"/>
          <p:cNvSpPr/>
          <p:nvPr/>
        </p:nvSpPr>
        <p:spPr>
          <a:xfrm>
            <a:off x="5715000" y="3474720"/>
            <a:ext cx="457200" cy="365760"/>
          </a:xfrm>
          <a:prstGeom prst="roundRect">
            <a:avLst>
              <a:gd fmla="val 15000" name="adj"/>
            </a:avLst>
          </a:prstGeom>
          <a:solidFill>
            <a:srgbClr val="FF5A1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2" name="Google Shape;82;p7"/>
          <p:cNvSpPr/>
          <p:nvPr/>
        </p:nvSpPr>
        <p:spPr>
          <a:xfrm>
            <a:off x="5824728" y="3538728"/>
            <a:ext cx="237744" cy="237744"/>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3" name="Google Shape;83;p7"/>
          <p:cNvSpPr/>
          <p:nvPr/>
        </p:nvSpPr>
        <p:spPr>
          <a:xfrm>
            <a:off x="5864352" y="3578352"/>
            <a:ext cx="39624" cy="39624"/>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4" name="Google Shape;84;p7"/>
          <p:cNvSpPr/>
          <p:nvPr/>
        </p:nvSpPr>
        <p:spPr>
          <a:xfrm>
            <a:off x="5983224" y="3578352"/>
            <a:ext cx="39624" cy="39624"/>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5" name="Google Shape;85;p7"/>
          <p:cNvSpPr/>
          <p:nvPr/>
        </p:nvSpPr>
        <p:spPr>
          <a:xfrm>
            <a:off x="5903976" y="3617976"/>
            <a:ext cx="39624" cy="39624"/>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6" name="Google Shape;86;p7"/>
          <p:cNvSpPr/>
          <p:nvPr/>
        </p:nvSpPr>
        <p:spPr>
          <a:xfrm>
            <a:off x="5943600" y="3617976"/>
            <a:ext cx="39624" cy="39624"/>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7" name="Google Shape;87;p7"/>
          <p:cNvSpPr/>
          <p:nvPr/>
        </p:nvSpPr>
        <p:spPr>
          <a:xfrm>
            <a:off x="5943600" y="3657600"/>
            <a:ext cx="39624" cy="39624"/>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8" name="Google Shape;88;p7"/>
          <p:cNvSpPr/>
          <p:nvPr/>
        </p:nvSpPr>
        <p:spPr>
          <a:xfrm>
            <a:off x="5983224" y="3657600"/>
            <a:ext cx="39624" cy="39624"/>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9" name="Google Shape;89;p7"/>
          <p:cNvSpPr/>
          <p:nvPr/>
        </p:nvSpPr>
        <p:spPr>
          <a:xfrm>
            <a:off x="5864352" y="3697224"/>
            <a:ext cx="39624" cy="39624"/>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0" name="Google Shape;90;p7"/>
          <p:cNvSpPr/>
          <p:nvPr/>
        </p:nvSpPr>
        <p:spPr>
          <a:xfrm>
            <a:off x="5903976" y="3697224"/>
            <a:ext cx="39624" cy="39624"/>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1" name="Google Shape;91;p7"/>
          <p:cNvSpPr/>
          <p:nvPr/>
        </p:nvSpPr>
        <p:spPr>
          <a:xfrm>
            <a:off x="5120640" y="731520"/>
            <a:ext cx="256032" cy="36576"/>
          </a:xfrm>
          <a:prstGeom prst="rect">
            <a:avLst/>
          </a:prstGeom>
          <a:solidFill>
            <a:srgbClr val="FF5A1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2" name="Google Shape;92;p7"/>
          <p:cNvSpPr/>
          <p:nvPr/>
        </p:nvSpPr>
        <p:spPr>
          <a:xfrm>
            <a:off x="5120640" y="731520"/>
            <a:ext cx="36576" cy="256032"/>
          </a:xfrm>
          <a:prstGeom prst="rect">
            <a:avLst/>
          </a:prstGeom>
          <a:solidFill>
            <a:srgbClr val="FF5A1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3" name="Google Shape;93;p7"/>
          <p:cNvSpPr/>
          <p:nvPr/>
        </p:nvSpPr>
        <p:spPr>
          <a:xfrm>
            <a:off x="8476488" y="731520"/>
            <a:ext cx="256032" cy="36576"/>
          </a:xfrm>
          <a:prstGeom prst="rect">
            <a:avLst/>
          </a:prstGeom>
          <a:solidFill>
            <a:srgbClr val="FF5A1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4" name="Google Shape;94;p7"/>
          <p:cNvSpPr/>
          <p:nvPr/>
        </p:nvSpPr>
        <p:spPr>
          <a:xfrm>
            <a:off x="8695944" y="731520"/>
            <a:ext cx="36576" cy="256032"/>
          </a:xfrm>
          <a:prstGeom prst="rect">
            <a:avLst/>
          </a:prstGeom>
          <a:solidFill>
            <a:srgbClr val="FF5A1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5" name="Google Shape;95;p7"/>
          <p:cNvSpPr/>
          <p:nvPr/>
        </p:nvSpPr>
        <p:spPr>
          <a:xfrm>
            <a:off x="5120640" y="4398264"/>
            <a:ext cx="256032" cy="36576"/>
          </a:xfrm>
          <a:prstGeom prst="rect">
            <a:avLst/>
          </a:prstGeom>
          <a:solidFill>
            <a:srgbClr val="FF5A1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6" name="Google Shape;96;p7"/>
          <p:cNvSpPr/>
          <p:nvPr/>
        </p:nvSpPr>
        <p:spPr>
          <a:xfrm>
            <a:off x="5120640" y="4178808"/>
            <a:ext cx="36576" cy="256032"/>
          </a:xfrm>
          <a:prstGeom prst="rect">
            <a:avLst/>
          </a:prstGeom>
          <a:solidFill>
            <a:srgbClr val="FF5A1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7" name="Google Shape;97;p7"/>
          <p:cNvSpPr/>
          <p:nvPr/>
        </p:nvSpPr>
        <p:spPr>
          <a:xfrm>
            <a:off x="8476488" y="4398264"/>
            <a:ext cx="256032" cy="36576"/>
          </a:xfrm>
          <a:prstGeom prst="rect">
            <a:avLst/>
          </a:prstGeom>
          <a:solidFill>
            <a:srgbClr val="FF5A1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8" name="Google Shape;98;p7"/>
          <p:cNvSpPr/>
          <p:nvPr/>
        </p:nvSpPr>
        <p:spPr>
          <a:xfrm>
            <a:off x="8695944" y="4178808"/>
            <a:ext cx="36576" cy="256032"/>
          </a:xfrm>
          <a:prstGeom prst="rect">
            <a:avLst/>
          </a:prstGeom>
          <a:solidFill>
            <a:srgbClr val="FF5A1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9" name="Google Shape;99;p7"/>
          <p:cNvSpPr txBox="1"/>
          <p:nvPr/>
        </p:nvSpPr>
        <p:spPr>
          <a:xfrm>
            <a:off x="5257800" y="4498848"/>
            <a:ext cx="333756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A94A3"/>
              </a:buClr>
              <a:buSzPts val="1000"/>
              <a:buFont typeface="Courier New"/>
              <a:buNone/>
            </a:pPr>
            <a:r>
              <a:rPr b="0" i="0" lang="en-US" spc="0" sz="1000" u="none" cap="none" strike="noStrike">
                <a:solidFill>
                  <a:srgbClr val="8A94A3"/>
                </a:solidFill>
                <a:latin typeface="Courier New"/>
                <a:ea typeface="Courier New"/>
                <a:cs typeface="Courier New"/>
                <a:sym typeface="Courier New"/>
              </a:rPr>
              <a:t>phone camera = indoor GPS</a:t>
            </a:r>
            <a:endParaRPr b="0" i="0" spc="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8"/>
          <p:cNvSpPr txBox="1"/>
          <p:nvPr/>
        </p:nvSpPr>
        <p:spPr>
          <a:xfrm>
            <a:off x="548640" y="292608"/>
            <a:ext cx="804672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100"/>
              <a:buFont typeface="Courier New"/>
              <a:buNone/>
            </a:pPr>
            <a:r>
              <a:rPr b="1" i="0" lang="en-US" spc="100" sz="1100" u="none" cap="none" strike="noStrike">
                <a:solidFill>
                  <a:schemeClr val="accent1"/>
                </a:solidFill>
                <a:latin typeface="Courier New"/>
                <a:ea typeface="Courier New"/>
                <a:cs typeface="Courier New"/>
                <a:sym typeface="Courier New"/>
              </a:rPr>
              <a:t>01 · RATIONALE</a:t>
            </a:r>
            <a:endParaRPr b="0" i="0" spc="0" sz="1100" u="none" cap="none" strike="noStrike">
              <a:solidFill>
                <a:schemeClr val="dk1"/>
              </a:solidFill>
              <a:latin typeface="Calibri"/>
              <a:ea typeface="Calibri"/>
              <a:cs typeface="Calibri"/>
              <a:sym typeface="Calibri"/>
            </a:endParaRPr>
          </a:p>
        </p:txBody>
      </p:sp>
      <p:sp>
        <p:nvSpPr>
          <p:cNvPr id="106" name="Google Shape;106;p8"/>
          <p:cNvSpPr txBox="1"/>
          <p:nvPr>
            <p:ph type="title"/>
          </p:nvPr>
        </p:nvSpPr>
        <p:spPr>
          <a:xfrm>
            <a:off x="548640" y="566928"/>
            <a:ext cx="8046720" cy="56692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000"/>
              <a:buFont typeface="Arial"/>
              <a:buNone/>
            </a:pPr>
            <a:r>
              <a:rPr b="1" lang="en-US" sz="3000">
                <a:solidFill>
                  <a:schemeClr val="dk1"/>
                </a:solidFill>
              </a:rPr>
              <a:t>Reuse existing vision, don't rebuild it</a:t>
            </a:r>
            <a:endParaRPr sz="3000"/>
          </a:p>
        </p:txBody>
      </p:sp>
      <p:sp>
        <p:nvSpPr>
          <p:cNvPr id="107" name="Google Shape;107;p8"/>
          <p:cNvSpPr/>
          <p:nvPr/>
        </p:nvSpPr>
        <p:spPr>
          <a:xfrm>
            <a:off x="548640" y="1463040"/>
            <a:ext cx="502920" cy="502920"/>
          </a:xfrm>
          <a:prstGeom prst="ellipse">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08" name="Google Shape;108;p8"/>
          <p:cNvPicPr preferRelativeResize="0"/>
          <p:nvPr/>
        </p:nvPicPr>
        <p:blipFill rotWithShape="1">
          <a:blip r:embed="rId3">
            <a:alphaModFix/>
          </a:blip>
          <a:srcRect b="0" l="0" r="0" t="0"/>
          <a:stretch/>
        </p:blipFill>
        <p:spPr>
          <a:xfrm>
            <a:off x="684428" y="1598828"/>
            <a:ext cx="231343" cy="231343"/>
          </a:xfrm>
          <a:prstGeom prst="rect">
            <a:avLst/>
          </a:prstGeom>
          <a:noFill/>
          <a:ln>
            <a:noFill/>
          </a:ln>
        </p:spPr>
      </p:pic>
      <p:sp>
        <p:nvSpPr>
          <p:cNvPr id="109" name="Google Shape;109;p8"/>
          <p:cNvSpPr txBox="1"/>
          <p:nvPr/>
        </p:nvSpPr>
        <p:spPr>
          <a:xfrm>
            <a:off x="1234440" y="1444752"/>
            <a:ext cx="3657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600"/>
              <a:buFont typeface="Calibri"/>
              <a:buNone/>
            </a:pPr>
            <a:r>
              <a:rPr b="1" i="0" lang="en-US" spc="0" sz="1600" u="none" cap="none" strike="noStrike">
                <a:solidFill>
                  <a:schemeClr val="dk1"/>
                </a:solidFill>
                <a:latin typeface="Calibri"/>
                <a:ea typeface="Calibri"/>
                <a:cs typeface="Calibri"/>
                <a:sym typeface="Calibri"/>
              </a:rPr>
              <a:t>Every robot carries its own eyes</a:t>
            </a:r>
            <a:endParaRPr b="0" i="0" spc="0" sz="1600" u="none" cap="none" strike="noStrike">
              <a:solidFill>
                <a:schemeClr val="dk1"/>
              </a:solidFill>
              <a:latin typeface="Calibri"/>
              <a:ea typeface="Calibri"/>
              <a:cs typeface="Calibri"/>
              <a:sym typeface="Calibri"/>
            </a:endParaRPr>
          </a:p>
        </p:txBody>
      </p:sp>
      <p:sp>
        <p:nvSpPr>
          <p:cNvPr id="110" name="Google Shape;110;p8"/>
          <p:cNvSpPr txBox="1"/>
          <p:nvPr/>
        </p:nvSpPr>
        <p:spPr>
          <a:xfrm>
            <a:off x="1234440" y="1755648"/>
            <a:ext cx="365760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B6573"/>
              </a:buClr>
              <a:buSzPts val="1300"/>
              <a:buFont typeface="Calibri"/>
              <a:buNone/>
            </a:pPr>
            <a:r>
              <a:rPr b="0" i="0" lang="en-US" spc="0" sz="1300" u="none" cap="none" strike="noStrike">
                <a:solidFill>
                  <a:srgbClr val="5B6573"/>
                </a:solidFill>
                <a:latin typeface="Calibri"/>
                <a:ea typeface="Calibri"/>
                <a:cs typeface="Calibri"/>
                <a:sym typeface="Calibri"/>
              </a:rPr>
              <a:t>Delivery robots and robot vacuums each pack LiDAR, cameras and sonars.</a:t>
            </a:r>
            <a:endParaRPr b="0" i="0" spc="0" sz="1300" u="none" cap="none" strike="noStrike">
              <a:solidFill>
                <a:schemeClr val="dk1"/>
              </a:solidFill>
              <a:latin typeface="Calibri"/>
              <a:ea typeface="Calibri"/>
              <a:cs typeface="Calibri"/>
              <a:sym typeface="Calibri"/>
            </a:endParaRPr>
          </a:p>
        </p:txBody>
      </p:sp>
      <p:sp>
        <p:nvSpPr>
          <p:cNvPr id="111" name="Google Shape;111;p8"/>
          <p:cNvSpPr/>
          <p:nvPr/>
        </p:nvSpPr>
        <p:spPr>
          <a:xfrm>
            <a:off x="548640" y="2487168"/>
            <a:ext cx="502920" cy="502920"/>
          </a:xfrm>
          <a:prstGeom prst="ellipse">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12" name="Google Shape;112;p8"/>
          <p:cNvPicPr preferRelativeResize="0"/>
          <p:nvPr/>
        </p:nvPicPr>
        <p:blipFill rotWithShape="1">
          <a:blip r:embed="rId4">
            <a:alphaModFix/>
          </a:blip>
          <a:srcRect b="0" l="0" r="0" t="0"/>
          <a:stretch/>
        </p:blipFill>
        <p:spPr>
          <a:xfrm>
            <a:off x="684428" y="2622956"/>
            <a:ext cx="231343" cy="231343"/>
          </a:xfrm>
          <a:prstGeom prst="rect">
            <a:avLst/>
          </a:prstGeom>
          <a:noFill/>
          <a:ln>
            <a:noFill/>
          </a:ln>
        </p:spPr>
      </p:pic>
      <p:sp>
        <p:nvSpPr>
          <p:cNvPr id="113" name="Google Shape;113;p8"/>
          <p:cNvSpPr txBox="1"/>
          <p:nvPr/>
        </p:nvSpPr>
        <p:spPr>
          <a:xfrm>
            <a:off x="1234440" y="2468880"/>
            <a:ext cx="3657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600"/>
              <a:buFont typeface="Calibri"/>
              <a:buNone/>
            </a:pPr>
            <a:r>
              <a:rPr b="1" i="0" lang="en-US" spc="0" sz="1600" u="none" cap="none" strike="noStrike">
                <a:solidFill>
                  <a:schemeClr val="dk1"/>
                </a:solidFill>
                <a:latin typeface="Calibri"/>
                <a:ea typeface="Calibri"/>
                <a:cs typeface="Calibri"/>
                <a:sym typeface="Calibri"/>
              </a:rPr>
              <a:t>That makes robots costly and heavy</a:t>
            </a:r>
            <a:endParaRPr b="0" i="0" spc="0" sz="1600" u="none" cap="none" strike="noStrike">
              <a:solidFill>
                <a:schemeClr val="dk1"/>
              </a:solidFill>
              <a:latin typeface="Calibri"/>
              <a:ea typeface="Calibri"/>
              <a:cs typeface="Calibri"/>
              <a:sym typeface="Calibri"/>
            </a:endParaRPr>
          </a:p>
        </p:txBody>
      </p:sp>
      <p:sp>
        <p:nvSpPr>
          <p:cNvPr id="114" name="Google Shape;114;p8"/>
          <p:cNvSpPr txBox="1"/>
          <p:nvPr/>
        </p:nvSpPr>
        <p:spPr>
          <a:xfrm>
            <a:off x="1234440" y="2779776"/>
            <a:ext cx="365760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B6573"/>
              </a:buClr>
              <a:buSzPts val="1300"/>
              <a:buFont typeface="Calibri"/>
              <a:buNone/>
            </a:pPr>
            <a:r>
              <a:rPr b="0" i="0" lang="en-US" spc="0" sz="1300" u="none" cap="none" strike="noStrike">
                <a:solidFill>
                  <a:srgbClr val="5B6573"/>
                </a:solidFill>
                <a:latin typeface="Calibri"/>
                <a:ea typeface="Calibri"/>
                <a:cs typeface="Calibri"/>
                <a:sym typeface="Calibri"/>
              </a:rPr>
              <a:t>More hardware means a higher price, more power, more weight and harder maintenance.</a:t>
            </a:r>
            <a:endParaRPr b="0" i="0" spc="0" sz="1300" u="none" cap="none" strike="noStrike">
              <a:solidFill>
                <a:schemeClr val="dk1"/>
              </a:solidFill>
              <a:latin typeface="Calibri"/>
              <a:ea typeface="Calibri"/>
              <a:cs typeface="Calibri"/>
              <a:sym typeface="Calibri"/>
            </a:endParaRPr>
          </a:p>
        </p:txBody>
      </p:sp>
      <p:sp>
        <p:nvSpPr>
          <p:cNvPr id="115" name="Google Shape;115;p8"/>
          <p:cNvSpPr/>
          <p:nvPr/>
        </p:nvSpPr>
        <p:spPr>
          <a:xfrm>
            <a:off x="548640" y="3511296"/>
            <a:ext cx="502920" cy="502920"/>
          </a:xfrm>
          <a:prstGeom prst="ellipse">
            <a:avLst/>
          </a:prstGeom>
          <a:solidFill>
            <a:srgbClr val="FF5A1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16" name="Google Shape;116;p8"/>
          <p:cNvPicPr preferRelativeResize="0"/>
          <p:nvPr/>
        </p:nvPicPr>
        <p:blipFill rotWithShape="1">
          <a:blip r:embed="rId5">
            <a:alphaModFix/>
          </a:blip>
          <a:srcRect b="0" l="0" r="0" t="0"/>
          <a:stretch/>
        </p:blipFill>
        <p:spPr>
          <a:xfrm>
            <a:off x="684428" y="3647084"/>
            <a:ext cx="231343" cy="231343"/>
          </a:xfrm>
          <a:prstGeom prst="rect">
            <a:avLst/>
          </a:prstGeom>
          <a:noFill/>
          <a:ln>
            <a:noFill/>
          </a:ln>
        </p:spPr>
      </p:pic>
      <p:sp>
        <p:nvSpPr>
          <p:cNvPr id="117" name="Google Shape;117;p8"/>
          <p:cNvSpPr txBox="1"/>
          <p:nvPr/>
        </p:nvSpPr>
        <p:spPr>
          <a:xfrm>
            <a:off x="1234440" y="3493008"/>
            <a:ext cx="3657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600"/>
              <a:buFont typeface="Calibri"/>
              <a:buNone/>
            </a:pPr>
            <a:r>
              <a:rPr b="1" i="0" lang="en-US" spc="0" sz="1600" u="none" cap="none" strike="noStrike">
                <a:solidFill>
                  <a:schemeClr val="dk1"/>
                </a:solidFill>
                <a:latin typeface="Calibri"/>
                <a:ea typeface="Calibri"/>
                <a:cs typeface="Calibri"/>
                <a:sym typeface="Calibri"/>
              </a:rPr>
              <a:t>The eyes already exist: CCTV</a:t>
            </a:r>
            <a:endParaRPr b="0" i="0" spc="0" sz="1600" u="none" cap="none" strike="noStrike">
              <a:solidFill>
                <a:schemeClr val="dk1"/>
              </a:solidFill>
              <a:latin typeface="Calibri"/>
              <a:ea typeface="Calibri"/>
              <a:cs typeface="Calibri"/>
              <a:sym typeface="Calibri"/>
            </a:endParaRPr>
          </a:p>
        </p:txBody>
      </p:sp>
      <p:sp>
        <p:nvSpPr>
          <p:cNvPr id="118" name="Google Shape;118;p8"/>
          <p:cNvSpPr txBox="1"/>
          <p:nvPr/>
        </p:nvSpPr>
        <p:spPr>
          <a:xfrm>
            <a:off x="1234440" y="3803904"/>
            <a:ext cx="365760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B6573"/>
              </a:buClr>
              <a:buSzPts val="1300"/>
              <a:buFont typeface="Calibri"/>
              <a:buNone/>
            </a:pPr>
            <a:r>
              <a:rPr b="0" i="0" lang="en-US" spc="0" sz="1300" u="none" cap="none" strike="noStrike">
                <a:solidFill>
                  <a:srgbClr val="5B6573"/>
                </a:solidFill>
                <a:latin typeface="Calibri"/>
                <a:ea typeface="Calibri"/>
                <a:cs typeface="Calibri"/>
                <a:sym typeface="Calibri"/>
              </a:rPr>
              <a:t>Cameras watch buildings, homes and city streets. Our prototype uses them to guide the robot.</a:t>
            </a:r>
            <a:endParaRPr b="0" i="0" spc="0" sz="1300" u="none" cap="none" strike="noStrike">
              <a:solidFill>
                <a:schemeClr val="dk1"/>
              </a:solidFill>
              <a:latin typeface="Calibri"/>
              <a:ea typeface="Calibri"/>
              <a:cs typeface="Calibri"/>
              <a:sym typeface="Calibri"/>
            </a:endParaRPr>
          </a:p>
        </p:txBody>
      </p:sp>
      <p:sp>
        <p:nvSpPr>
          <p:cNvPr id="119" name="Google Shape;119;p8"/>
          <p:cNvSpPr/>
          <p:nvPr/>
        </p:nvSpPr>
        <p:spPr>
          <a:xfrm>
            <a:off x="5349240" y="1417320"/>
            <a:ext cx="3246120" cy="306324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0" name="Google Shape;120;p8"/>
          <p:cNvSpPr txBox="1"/>
          <p:nvPr/>
        </p:nvSpPr>
        <p:spPr>
          <a:xfrm>
            <a:off x="5623560" y="1600200"/>
            <a:ext cx="132588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4800"/>
              <a:buFont typeface="Arial"/>
              <a:buNone/>
            </a:pPr>
            <a:r>
              <a:rPr b="1" i="0" lang="en-US" spc="0" sz="4800" u="none" cap="none" strike="noStrike">
                <a:solidFill>
                  <a:srgbClr val="FFFFFF"/>
                </a:solidFill>
                <a:latin typeface="Arial"/>
                <a:ea typeface="Arial"/>
                <a:cs typeface="Arial"/>
                <a:sym typeface="Arial"/>
              </a:rPr>
              <a:t>0</a:t>
            </a:r>
            <a:endParaRPr b="0" i="0" spc="0" sz="4800" u="none" cap="none" strike="noStrike">
              <a:solidFill>
                <a:schemeClr val="dk1"/>
              </a:solidFill>
              <a:latin typeface="Calibri"/>
              <a:ea typeface="Calibri"/>
              <a:cs typeface="Calibri"/>
              <a:sym typeface="Calibri"/>
            </a:endParaRPr>
          </a:p>
        </p:txBody>
      </p:sp>
      <p:sp>
        <p:nvSpPr>
          <p:cNvPr id="121" name="Google Shape;121;p8"/>
          <p:cNvSpPr txBox="1"/>
          <p:nvPr/>
        </p:nvSpPr>
        <p:spPr>
          <a:xfrm>
            <a:off x="6949440" y="1600200"/>
            <a:ext cx="146304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94A3"/>
              </a:buClr>
              <a:buSzPts val="1400"/>
              <a:buFont typeface="Calibri"/>
              <a:buNone/>
            </a:pPr>
            <a:r>
              <a:rPr b="0" i="0" lang="en-US" spc="0" sz="1400" u="none" cap="none" strike="noStrike">
                <a:solidFill>
                  <a:srgbClr val="8A94A3"/>
                </a:solidFill>
                <a:latin typeface="Calibri"/>
                <a:ea typeface="Calibri"/>
                <a:cs typeface="Calibri"/>
                <a:sym typeface="Calibri"/>
              </a:rPr>
              <a:t>LiDAR on the robot</a:t>
            </a:r>
            <a:endParaRPr b="0" i="0" spc="0" sz="1400" u="none" cap="none" strike="noStrike">
              <a:solidFill>
                <a:schemeClr val="dk1"/>
              </a:solidFill>
              <a:latin typeface="Calibri"/>
              <a:ea typeface="Calibri"/>
              <a:cs typeface="Calibri"/>
              <a:sym typeface="Calibri"/>
            </a:endParaRPr>
          </a:p>
        </p:txBody>
      </p:sp>
      <p:sp>
        <p:nvSpPr>
          <p:cNvPr id="122" name="Google Shape;122;p8"/>
          <p:cNvSpPr txBox="1"/>
          <p:nvPr/>
        </p:nvSpPr>
        <p:spPr>
          <a:xfrm>
            <a:off x="5623560" y="2542032"/>
            <a:ext cx="132588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4800"/>
              <a:buFont typeface="Arial"/>
              <a:buNone/>
            </a:pPr>
            <a:r>
              <a:rPr b="1" i="0" lang="en-US" spc="0" sz="4800" u="none" cap="none" strike="noStrike">
                <a:solidFill>
                  <a:srgbClr val="FFFFFF"/>
                </a:solidFill>
                <a:latin typeface="Arial"/>
                <a:ea typeface="Arial"/>
                <a:cs typeface="Arial"/>
                <a:sym typeface="Arial"/>
              </a:rPr>
              <a:t>0</a:t>
            </a:r>
            <a:endParaRPr b="0" i="0" spc="0" sz="4800" u="none" cap="none" strike="noStrike">
              <a:solidFill>
                <a:schemeClr val="dk1"/>
              </a:solidFill>
              <a:latin typeface="Calibri"/>
              <a:ea typeface="Calibri"/>
              <a:cs typeface="Calibri"/>
              <a:sym typeface="Calibri"/>
            </a:endParaRPr>
          </a:p>
        </p:txBody>
      </p:sp>
      <p:sp>
        <p:nvSpPr>
          <p:cNvPr id="123" name="Google Shape;123;p8"/>
          <p:cNvSpPr txBox="1"/>
          <p:nvPr/>
        </p:nvSpPr>
        <p:spPr>
          <a:xfrm>
            <a:off x="6949440" y="2542032"/>
            <a:ext cx="146304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94A3"/>
              </a:buClr>
              <a:buSzPts val="1400"/>
              <a:buFont typeface="Calibri"/>
              <a:buNone/>
            </a:pPr>
            <a:r>
              <a:rPr b="0" i="0" lang="en-US" spc="0" sz="1400" u="none" cap="none" strike="noStrike">
                <a:solidFill>
                  <a:srgbClr val="8A94A3"/>
                </a:solidFill>
                <a:latin typeface="Calibri"/>
                <a:ea typeface="Calibri"/>
                <a:cs typeface="Calibri"/>
                <a:sym typeface="Calibri"/>
              </a:rPr>
              <a:t>cameras on the robot</a:t>
            </a:r>
            <a:endParaRPr b="0" i="0" spc="0" sz="1400" u="none" cap="none" strike="noStrike">
              <a:solidFill>
                <a:schemeClr val="dk1"/>
              </a:solidFill>
              <a:latin typeface="Calibri"/>
              <a:ea typeface="Calibri"/>
              <a:cs typeface="Calibri"/>
              <a:sym typeface="Calibri"/>
            </a:endParaRPr>
          </a:p>
        </p:txBody>
      </p:sp>
      <p:sp>
        <p:nvSpPr>
          <p:cNvPr id="124" name="Google Shape;124;p8"/>
          <p:cNvSpPr txBox="1"/>
          <p:nvPr/>
        </p:nvSpPr>
        <p:spPr>
          <a:xfrm>
            <a:off x="5623560" y="3483864"/>
            <a:ext cx="132588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5A1F"/>
              </a:buClr>
              <a:buSzPts val="4800"/>
              <a:buFont typeface="Arial"/>
              <a:buNone/>
            </a:pPr>
            <a:r>
              <a:rPr b="1" i="0" lang="en-US" spc="0" sz="4800" u="none" cap="none" strike="noStrike">
                <a:solidFill>
                  <a:srgbClr val="FF5A1F"/>
                </a:solidFill>
                <a:latin typeface="Arial"/>
                <a:ea typeface="Arial"/>
                <a:cs typeface="Arial"/>
                <a:sym typeface="Arial"/>
              </a:rPr>
              <a:t>1</a:t>
            </a:r>
            <a:endParaRPr b="0" i="0" spc="0" sz="4800" u="none" cap="none" strike="noStrike">
              <a:solidFill>
                <a:schemeClr val="dk1"/>
              </a:solidFill>
              <a:latin typeface="Calibri"/>
              <a:ea typeface="Calibri"/>
              <a:cs typeface="Calibri"/>
              <a:sym typeface="Calibri"/>
            </a:endParaRPr>
          </a:p>
        </p:txBody>
      </p:sp>
      <p:sp>
        <p:nvSpPr>
          <p:cNvPr id="125" name="Google Shape;125;p8"/>
          <p:cNvSpPr txBox="1"/>
          <p:nvPr/>
        </p:nvSpPr>
        <p:spPr>
          <a:xfrm>
            <a:off x="6949440" y="3483864"/>
            <a:ext cx="146304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94A3"/>
              </a:buClr>
              <a:buSzPts val="1400"/>
              <a:buFont typeface="Calibri"/>
              <a:buNone/>
            </a:pPr>
            <a:r>
              <a:rPr b="0" i="0" lang="en-US" spc="0" sz="1400" u="none" cap="none" strike="noStrike">
                <a:solidFill>
                  <a:srgbClr val="8A94A3"/>
                </a:solidFill>
                <a:latin typeface="Calibri"/>
                <a:ea typeface="Calibri"/>
                <a:cs typeface="Calibri"/>
                <a:sym typeface="Calibri"/>
              </a:rPr>
              <a:t>cheap sonar is enough</a:t>
            </a:r>
            <a:endParaRPr b="0" i="0" spc="0" sz="1400" u="none" cap="none" strike="noStrike">
              <a:solidFill>
                <a:schemeClr val="dk1"/>
              </a:solidFill>
              <a:latin typeface="Calibri"/>
              <a:ea typeface="Calibri"/>
              <a:cs typeface="Calibri"/>
              <a:sym typeface="Calibri"/>
            </a:endParaRPr>
          </a:p>
        </p:txBody>
      </p:sp>
      <p:sp>
        <p:nvSpPr>
          <p:cNvPr id="126" name="Google Shape;126;p8"/>
          <p:cNvSpPr/>
          <p:nvPr/>
        </p:nvSpPr>
        <p:spPr>
          <a:xfrm>
            <a:off x="5349240" y="1417320"/>
            <a:ext cx="182880" cy="32004"/>
          </a:xfrm>
          <a:prstGeom prst="rect">
            <a:avLst/>
          </a:prstGeom>
          <a:solidFill>
            <a:srgbClr val="FF5A1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7" name="Google Shape;127;p8"/>
          <p:cNvSpPr/>
          <p:nvPr/>
        </p:nvSpPr>
        <p:spPr>
          <a:xfrm>
            <a:off x="5349240" y="1417320"/>
            <a:ext cx="32004" cy="182880"/>
          </a:xfrm>
          <a:prstGeom prst="rect">
            <a:avLst/>
          </a:prstGeom>
          <a:solidFill>
            <a:srgbClr val="FF5A1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8" name="Google Shape;128;p8"/>
          <p:cNvSpPr/>
          <p:nvPr/>
        </p:nvSpPr>
        <p:spPr>
          <a:xfrm>
            <a:off x="8412480" y="1417320"/>
            <a:ext cx="182880" cy="32004"/>
          </a:xfrm>
          <a:prstGeom prst="rect">
            <a:avLst/>
          </a:prstGeom>
          <a:solidFill>
            <a:srgbClr val="FF5A1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9" name="Google Shape;129;p8"/>
          <p:cNvSpPr/>
          <p:nvPr/>
        </p:nvSpPr>
        <p:spPr>
          <a:xfrm>
            <a:off x="8563356" y="1417320"/>
            <a:ext cx="32004" cy="182880"/>
          </a:xfrm>
          <a:prstGeom prst="rect">
            <a:avLst/>
          </a:prstGeom>
          <a:solidFill>
            <a:srgbClr val="FF5A1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0" name="Google Shape;130;p8"/>
          <p:cNvSpPr/>
          <p:nvPr/>
        </p:nvSpPr>
        <p:spPr>
          <a:xfrm>
            <a:off x="5349240" y="4448556"/>
            <a:ext cx="182880" cy="32004"/>
          </a:xfrm>
          <a:prstGeom prst="rect">
            <a:avLst/>
          </a:prstGeom>
          <a:solidFill>
            <a:srgbClr val="FF5A1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1" name="Google Shape;131;p8"/>
          <p:cNvSpPr/>
          <p:nvPr/>
        </p:nvSpPr>
        <p:spPr>
          <a:xfrm>
            <a:off x="5349240" y="4297680"/>
            <a:ext cx="32004" cy="182880"/>
          </a:xfrm>
          <a:prstGeom prst="rect">
            <a:avLst/>
          </a:prstGeom>
          <a:solidFill>
            <a:srgbClr val="FF5A1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2" name="Google Shape;132;p8"/>
          <p:cNvSpPr/>
          <p:nvPr/>
        </p:nvSpPr>
        <p:spPr>
          <a:xfrm>
            <a:off x="8412480" y="4448556"/>
            <a:ext cx="182880" cy="32004"/>
          </a:xfrm>
          <a:prstGeom prst="rect">
            <a:avLst/>
          </a:prstGeom>
          <a:solidFill>
            <a:srgbClr val="FF5A1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3" name="Google Shape;133;p8"/>
          <p:cNvSpPr/>
          <p:nvPr/>
        </p:nvSpPr>
        <p:spPr>
          <a:xfrm>
            <a:off x="8563356" y="4297680"/>
            <a:ext cx="32004" cy="182880"/>
          </a:xfrm>
          <a:prstGeom prst="rect">
            <a:avLst/>
          </a:prstGeom>
          <a:solidFill>
            <a:srgbClr val="FF5A1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9"/>
          <p:cNvSpPr txBox="1"/>
          <p:nvPr/>
        </p:nvSpPr>
        <p:spPr>
          <a:xfrm>
            <a:off x="548640" y="292608"/>
            <a:ext cx="804672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100"/>
              <a:buFont typeface="Courier New"/>
              <a:buNone/>
            </a:pPr>
            <a:r>
              <a:rPr b="1" i="0" lang="en-US" spc="100" sz="1100" u="none" cap="none" strike="noStrike">
                <a:solidFill>
                  <a:schemeClr val="accent1"/>
                </a:solidFill>
                <a:latin typeface="Courier New"/>
                <a:ea typeface="Courier New"/>
                <a:cs typeface="Courier New"/>
                <a:sym typeface="Courier New"/>
              </a:rPr>
              <a:t>02 · TECHNICAL EXECUTION</a:t>
            </a:r>
            <a:endParaRPr b="0" i="0" spc="0" sz="1100" u="none" cap="none" strike="noStrike">
              <a:solidFill>
                <a:schemeClr val="dk1"/>
              </a:solidFill>
              <a:latin typeface="Calibri"/>
              <a:ea typeface="Calibri"/>
              <a:cs typeface="Calibri"/>
              <a:sym typeface="Calibri"/>
            </a:endParaRPr>
          </a:p>
        </p:txBody>
      </p:sp>
      <p:sp>
        <p:nvSpPr>
          <p:cNvPr id="140" name="Google Shape;140;p9"/>
          <p:cNvSpPr txBox="1"/>
          <p:nvPr>
            <p:ph type="title"/>
          </p:nvPr>
        </p:nvSpPr>
        <p:spPr>
          <a:xfrm>
            <a:off x="548640" y="566928"/>
            <a:ext cx="8046720" cy="56692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000"/>
              <a:buFont typeface="Arial"/>
              <a:buNone/>
            </a:pPr>
            <a:r>
              <a:rPr b="1" lang="en-US" sz="3000">
                <a:solidFill>
                  <a:schemeClr val="dk1"/>
                </a:solidFill>
              </a:rPr>
              <a:t>Phone, server, rover: one loop at 10 Hz</a:t>
            </a:r>
            <a:endParaRPr sz="3000"/>
          </a:p>
        </p:txBody>
      </p:sp>
      <p:sp>
        <p:nvSpPr>
          <p:cNvPr id="141" name="Google Shape;141;p9"/>
          <p:cNvSpPr/>
          <p:nvPr/>
        </p:nvSpPr>
        <p:spPr>
          <a:xfrm>
            <a:off x="548640" y="1417320"/>
            <a:ext cx="2286000" cy="237744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2" name="Google Shape;142;p9"/>
          <p:cNvSpPr/>
          <p:nvPr/>
        </p:nvSpPr>
        <p:spPr>
          <a:xfrm>
            <a:off x="731520" y="1600200"/>
            <a:ext cx="502920" cy="502920"/>
          </a:xfrm>
          <a:prstGeom prst="ellipse">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43" name="Google Shape;143;p9"/>
          <p:cNvPicPr preferRelativeResize="0"/>
          <p:nvPr/>
        </p:nvPicPr>
        <p:blipFill rotWithShape="1">
          <a:blip r:embed="rId3">
            <a:alphaModFix/>
          </a:blip>
          <a:srcRect b="0" l="0" r="0" t="0"/>
          <a:stretch/>
        </p:blipFill>
        <p:spPr>
          <a:xfrm>
            <a:off x="867308" y="1735988"/>
            <a:ext cx="231343" cy="231343"/>
          </a:xfrm>
          <a:prstGeom prst="rect">
            <a:avLst/>
          </a:prstGeom>
          <a:noFill/>
          <a:ln>
            <a:noFill/>
          </a:ln>
        </p:spPr>
      </p:pic>
      <p:sp>
        <p:nvSpPr>
          <p:cNvPr id="144" name="Google Shape;144;p9"/>
          <p:cNvSpPr txBox="1"/>
          <p:nvPr/>
        </p:nvSpPr>
        <p:spPr>
          <a:xfrm>
            <a:off x="731520" y="2194560"/>
            <a:ext cx="192024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500"/>
              <a:buFont typeface="Calibri"/>
              <a:buNone/>
            </a:pPr>
            <a:r>
              <a:rPr b="1" i="0" lang="en-US" spc="0" sz="1500" u="none" cap="none" strike="noStrike">
                <a:solidFill>
                  <a:schemeClr val="dk1"/>
                </a:solidFill>
                <a:latin typeface="Calibri"/>
                <a:ea typeface="Calibri"/>
                <a:cs typeface="Calibri"/>
                <a:sym typeface="Calibri"/>
              </a:rPr>
              <a:t>Phone camera</a:t>
            </a:r>
            <a:endParaRPr b="0" i="0" spc="0" sz="1500" u="none" cap="none" strike="noStrike">
              <a:solidFill>
                <a:schemeClr val="dk1"/>
              </a:solidFill>
              <a:latin typeface="Calibri"/>
              <a:ea typeface="Calibri"/>
              <a:cs typeface="Calibri"/>
              <a:sym typeface="Calibri"/>
            </a:endParaRPr>
          </a:p>
        </p:txBody>
      </p:sp>
      <p:sp>
        <p:nvSpPr>
          <p:cNvPr id="145" name="Google Shape;145;p9"/>
          <p:cNvSpPr txBox="1"/>
          <p:nvPr/>
        </p:nvSpPr>
        <p:spPr>
          <a:xfrm>
            <a:off x="731520" y="2560320"/>
            <a:ext cx="1965960" cy="86868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5B6573"/>
              </a:buClr>
              <a:buSzPts val="1100"/>
              <a:buFont typeface="Calibri"/>
              <a:buChar char="•"/>
            </a:pPr>
            <a:r>
              <a:rPr b="0" i="0" lang="en-US" spc="0" sz="1100" u="none" cap="none" strike="noStrike">
                <a:solidFill>
                  <a:srgbClr val="5B6573"/>
                </a:solidFill>
                <a:latin typeface="Calibri"/>
                <a:ea typeface="Calibri"/>
                <a:cs typeface="Calibri"/>
                <a:sym typeface="Calibri"/>
              </a:rPr>
              <a:t>Looks down on the arena</a:t>
            </a:r>
            <a:endParaRPr b="0" i="0" spc="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300"/>
              </a:spcBef>
              <a:spcAft>
                <a:spcPts val="0"/>
              </a:spcAft>
              <a:buClr>
                <a:srgbClr val="5B6573"/>
              </a:buClr>
              <a:buSzPts val="1100"/>
              <a:buFont typeface="Calibri"/>
              <a:buChar char="•"/>
            </a:pPr>
            <a:r>
              <a:rPr b="0" i="0" lang="en-US" spc="0" sz="1100" u="none" cap="none" strike="noStrike">
                <a:solidFill>
                  <a:srgbClr val="5B6573"/>
                </a:solidFill>
                <a:latin typeface="Calibri"/>
                <a:ea typeface="Calibri"/>
                <a:cs typeface="Calibri"/>
                <a:sym typeface="Calibri"/>
              </a:rPr>
              <a:t>Spots ArUco markers</a:t>
            </a:r>
            <a:endParaRPr b="0" i="0" spc="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300"/>
              </a:spcBef>
              <a:spcAft>
                <a:spcPts val="0"/>
              </a:spcAft>
              <a:buClr>
                <a:srgbClr val="5B6573"/>
              </a:buClr>
              <a:buSzPts val="1100"/>
              <a:buFont typeface="Calibri"/>
              <a:buChar char="•"/>
            </a:pPr>
            <a:r>
              <a:rPr b="0" i="0" lang="en-US" spc="0" sz="1100" u="none" cap="none" strike="noStrike">
                <a:solidFill>
                  <a:srgbClr val="5B6573"/>
                </a:solidFill>
                <a:latin typeface="Calibri"/>
                <a:ea typeface="Calibri"/>
                <a:cs typeface="Calibri"/>
                <a:sym typeface="Calibri"/>
              </a:rPr>
              <a:t>Shows the planned path</a:t>
            </a:r>
            <a:endParaRPr b="0" i="0" spc="0" sz="1100" u="none" cap="none" strike="noStrike">
              <a:solidFill>
                <a:schemeClr val="dk1"/>
              </a:solidFill>
              <a:latin typeface="Calibri"/>
              <a:ea typeface="Calibri"/>
              <a:cs typeface="Calibri"/>
              <a:sym typeface="Calibri"/>
            </a:endParaRPr>
          </a:p>
        </p:txBody>
      </p:sp>
      <p:sp>
        <p:nvSpPr>
          <p:cNvPr id="146" name="Google Shape;146;p9"/>
          <p:cNvSpPr txBox="1"/>
          <p:nvPr/>
        </p:nvSpPr>
        <p:spPr>
          <a:xfrm>
            <a:off x="731520" y="3447288"/>
            <a:ext cx="201168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5A1F"/>
              </a:buClr>
              <a:buSzPts val="1000"/>
              <a:buFont typeface="Courier New"/>
              <a:buNone/>
            </a:pPr>
            <a:r>
              <a:rPr b="0" i="0" lang="en-US" spc="0" sz="1000" u="none" cap="none" strike="noStrike">
                <a:solidFill>
                  <a:srgbClr val="FF5A1F"/>
                </a:solidFill>
                <a:latin typeface="Courier New"/>
                <a:ea typeface="Courier New"/>
                <a:cs typeface="Courier New"/>
                <a:sym typeface="Courier New"/>
              </a:rPr>
              <a:t>→ marker corners, 15 fps</a:t>
            </a:r>
            <a:endParaRPr b="0" i="0" spc="0" sz="1000" u="none" cap="none" strike="noStrike">
              <a:solidFill>
                <a:schemeClr val="dk1"/>
              </a:solidFill>
              <a:latin typeface="Calibri"/>
              <a:ea typeface="Calibri"/>
              <a:cs typeface="Calibri"/>
              <a:sym typeface="Calibri"/>
            </a:endParaRPr>
          </a:p>
        </p:txBody>
      </p:sp>
      <p:cxnSp>
        <p:nvCxnSpPr>
          <p:cNvPr id="147" name="Google Shape;147;p9"/>
          <p:cNvCxnSpPr/>
          <p:nvPr/>
        </p:nvCxnSpPr>
        <p:spPr>
          <a:xfrm>
            <a:off x="2907792" y="2423160"/>
            <a:ext cx="448056" cy="0"/>
          </a:xfrm>
          <a:prstGeom prst="straightConnector1">
            <a:avLst/>
          </a:prstGeom>
          <a:noFill/>
          <a:ln cap="flat" cmpd="sng" w="25400">
            <a:solidFill>
              <a:srgbClr val="111418"/>
            </a:solidFill>
            <a:prstDash val="solid"/>
            <a:round/>
            <a:headEnd len="sm" w="sm" type="none"/>
            <a:tailEnd len="med" w="med" type="triangle"/>
          </a:ln>
        </p:spPr>
      </p:cxnSp>
      <p:cxnSp>
        <p:nvCxnSpPr>
          <p:cNvPr id="148" name="Google Shape;148;p9"/>
          <p:cNvCxnSpPr/>
          <p:nvPr/>
        </p:nvCxnSpPr>
        <p:spPr>
          <a:xfrm>
            <a:off x="2907792" y="2788920"/>
            <a:ext cx="448056" cy="0"/>
          </a:xfrm>
          <a:prstGeom prst="straightConnector1">
            <a:avLst/>
          </a:prstGeom>
          <a:noFill/>
          <a:ln cap="flat" cmpd="sng" w="19050">
            <a:solidFill>
              <a:srgbClr val="8A94A3"/>
            </a:solidFill>
            <a:prstDash val="dash"/>
            <a:round/>
            <a:headEnd len="med" w="med" type="triangle"/>
            <a:tailEnd len="sm" w="sm" type="none"/>
          </a:ln>
        </p:spPr>
      </p:cxnSp>
      <p:sp>
        <p:nvSpPr>
          <p:cNvPr id="149" name="Google Shape;149;p9"/>
          <p:cNvSpPr/>
          <p:nvPr/>
        </p:nvSpPr>
        <p:spPr>
          <a:xfrm>
            <a:off x="3429000" y="1417320"/>
            <a:ext cx="2286000" cy="237744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0" name="Google Shape;150;p9"/>
          <p:cNvSpPr/>
          <p:nvPr/>
        </p:nvSpPr>
        <p:spPr>
          <a:xfrm>
            <a:off x="3611880" y="1600200"/>
            <a:ext cx="502920" cy="502920"/>
          </a:xfrm>
          <a:prstGeom prst="ellipse">
            <a:avLst/>
          </a:prstGeom>
          <a:solidFill>
            <a:srgbClr val="FF5A1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51" name="Google Shape;151;p9"/>
          <p:cNvPicPr preferRelativeResize="0"/>
          <p:nvPr/>
        </p:nvPicPr>
        <p:blipFill rotWithShape="1">
          <a:blip r:embed="rId4">
            <a:alphaModFix/>
          </a:blip>
          <a:srcRect b="0" l="0" r="0" t="0"/>
          <a:stretch/>
        </p:blipFill>
        <p:spPr>
          <a:xfrm>
            <a:off x="3747668" y="1735988"/>
            <a:ext cx="231343" cy="231343"/>
          </a:xfrm>
          <a:prstGeom prst="rect">
            <a:avLst/>
          </a:prstGeom>
          <a:noFill/>
          <a:ln>
            <a:noFill/>
          </a:ln>
        </p:spPr>
      </p:pic>
      <p:sp>
        <p:nvSpPr>
          <p:cNvPr id="152" name="Google Shape;152;p9"/>
          <p:cNvSpPr txBox="1"/>
          <p:nvPr/>
        </p:nvSpPr>
        <p:spPr>
          <a:xfrm>
            <a:off x="3611880" y="2194560"/>
            <a:ext cx="192024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500"/>
              <a:buFont typeface="Calibri"/>
              <a:buNone/>
            </a:pPr>
            <a:r>
              <a:rPr b="1" i="0" lang="en-US" spc="0" sz="1500" u="none" cap="none" strike="noStrike">
                <a:solidFill>
                  <a:schemeClr val="dk1"/>
                </a:solidFill>
                <a:latin typeface="Calibri"/>
                <a:ea typeface="Calibri"/>
                <a:cs typeface="Calibri"/>
                <a:sym typeface="Calibri"/>
              </a:rPr>
              <a:t>Server (Python)</a:t>
            </a:r>
            <a:endParaRPr b="0" i="0" spc="0" sz="1500" u="none" cap="none" strike="noStrike">
              <a:solidFill>
                <a:schemeClr val="dk1"/>
              </a:solidFill>
              <a:latin typeface="Calibri"/>
              <a:ea typeface="Calibri"/>
              <a:cs typeface="Calibri"/>
              <a:sym typeface="Calibri"/>
            </a:endParaRPr>
          </a:p>
        </p:txBody>
      </p:sp>
      <p:sp>
        <p:nvSpPr>
          <p:cNvPr id="153" name="Google Shape;153;p9"/>
          <p:cNvSpPr txBox="1"/>
          <p:nvPr/>
        </p:nvSpPr>
        <p:spPr>
          <a:xfrm>
            <a:off x="3611880" y="2560320"/>
            <a:ext cx="1965960" cy="86868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5B6573"/>
              </a:buClr>
              <a:buSzPts val="1100"/>
              <a:buFont typeface="Calibri"/>
              <a:buChar char="•"/>
            </a:pPr>
            <a:r>
              <a:rPr b="0" i="0" lang="en-US" spc="0" sz="1100" u="none" cap="none" strike="noStrike">
                <a:solidFill>
                  <a:srgbClr val="5B6573"/>
                </a:solidFill>
                <a:latin typeface="Calibri"/>
                <a:ea typeface="Calibri"/>
                <a:cs typeface="Calibri"/>
                <a:sym typeface="Calibri"/>
              </a:rPr>
              <a:t>Pixels → cm (homography)</a:t>
            </a:r>
            <a:endParaRPr b="0" i="0" spc="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300"/>
              </a:spcBef>
              <a:spcAft>
                <a:spcPts val="0"/>
              </a:spcAft>
              <a:buClr>
                <a:srgbClr val="5B6573"/>
              </a:buClr>
              <a:buSzPts val="1100"/>
              <a:buFont typeface="Calibri"/>
              <a:buChar char="•"/>
            </a:pPr>
            <a:r>
              <a:rPr b="0" i="0" lang="en-US" spc="0" sz="1100" u="none" cap="none" strike="noStrike">
                <a:solidFill>
                  <a:srgbClr val="5B6573"/>
                </a:solidFill>
                <a:latin typeface="Calibri"/>
                <a:ea typeface="Calibri"/>
                <a:cs typeface="Calibri"/>
                <a:sym typeface="Calibri"/>
              </a:rPr>
              <a:t>Obstacle map</a:t>
            </a:r>
            <a:endParaRPr b="0" i="0" spc="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300"/>
              </a:spcBef>
              <a:spcAft>
                <a:spcPts val="0"/>
              </a:spcAft>
              <a:buClr>
                <a:srgbClr val="5B6573"/>
              </a:buClr>
              <a:buSzPts val="1100"/>
              <a:buFont typeface="Calibri"/>
              <a:buChar char="•"/>
            </a:pPr>
            <a:r>
              <a:rPr b="0" i="0" lang="en-US" spc="0" sz="1100" u="none" cap="none" strike="noStrike">
                <a:solidFill>
                  <a:srgbClr val="5B6573"/>
                </a:solidFill>
                <a:latin typeface="Calibri"/>
                <a:ea typeface="Calibri"/>
                <a:cs typeface="Calibri"/>
                <a:sym typeface="Calibri"/>
              </a:rPr>
              <a:t>Path following at 10 Hz</a:t>
            </a:r>
            <a:endParaRPr b="0" i="0" spc="0" sz="1100" u="none" cap="none" strike="noStrike">
              <a:solidFill>
                <a:schemeClr val="dk1"/>
              </a:solidFill>
              <a:latin typeface="Calibri"/>
              <a:ea typeface="Calibri"/>
              <a:cs typeface="Calibri"/>
              <a:sym typeface="Calibri"/>
            </a:endParaRPr>
          </a:p>
        </p:txBody>
      </p:sp>
      <p:sp>
        <p:nvSpPr>
          <p:cNvPr id="154" name="Google Shape;154;p9"/>
          <p:cNvSpPr txBox="1"/>
          <p:nvPr/>
        </p:nvSpPr>
        <p:spPr>
          <a:xfrm>
            <a:off x="3611880" y="3447288"/>
            <a:ext cx="201168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5A1F"/>
              </a:buClr>
              <a:buSzPts val="1000"/>
              <a:buFont typeface="Courier New"/>
              <a:buNone/>
            </a:pPr>
            <a:r>
              <a:rPr b="0" i="0" lang="en-US" spc="0" sz="1000" u="none" cap="none" strike="noStrike">
                <a:solidFill>
                  <a:srgbClr val="FF5A1F"/>
                </a:solidFill>
                <a:latin typeface="Courier New"/>
                <a:ea typeface="Courier New"/>
                <a:cs typeface="Courier New"/>
                <a:sym typeface="Courier New"/>
              </a:rPr>
              <a:t>→ D &lt;left&gt; &lt;right&gt; &lt;ms&gt;</a:t>
            </a:r>
            <a:endParaRPr b="0" i="0" spc="0" sz="1000" u="none" cap="none" strike="noStrike">
              <a:solidFill>
                <a:schemeClr val="dk1"/>
              </a:solidFill>
              <a:latin typeface="Calibri"/>
              <a:ea typeface="Calibri"/>
              <a:cs typeface="Calibri"/>
              <a:sym typeface="Calibri"/>
            </a:endParaRPr>
          </a:p>
        </p:txBody>
      </p:sp>
      <p:cxnSp>
        <p:nvCxnSpPr>
          <p:cNvPr id="155" name="Google Shape;155;p9"/>
          <p:cNvCxnSpPr/>
          <p:nvPr/>
        </p:nvCxnSpPr>
        <p:spPr>
          <a:xfrm>
            <a:off x="5788152" y="2423160"/>
            <a:ext cx="448056" cy="0"/>
          </a:xfrm>
          <a:prstGeom prst="straightConnector1">
            <a:avLst/>
          </a:prstGeom>
          <a:noFill/>
          <a:ln cap="flat" cmpd="sng" w="25400">
            <a:solidFill>
              <a:srgbClr val="111418"/>
            </a:solidFill>
            <a:prstDash val="solid"/>
            <a:round/>
            <a:headEnd len="sm" w="sm" type="none"/>
            <a:tailEnd len="med" w="med" type="triangle"/>
          </a:ln>
        </p:spPr>
      </p:cxnSp>
      <p:cxnSp>
        <p:nvCxnSpPr>
          <p:cNvPr id="156" name="Google Shape;156;p9"/>
          <p:cNvCxnSpPr/>
          <p:nvPr/>
        </p:nvCxnSpPr>
        <p:spPr>
          <a:xfrm>
            <a:off x="5788152" y="2788920"/>
            <a:ext cx="448056" cy="0"/>
          </a:xfrm>
          <a:prstGeom prst="straightConnector1">
            <a:avLst/>
          </a:prstGeom>
          <a:noFill/>
          <a:ln cap="flat" cmpd="sng" w="19050">
            <a:solidFill>
              <a:srgbClr val="8A94A3"/>
            </a:solidFill>
            <a:prstDash val="dash"/>
            <a:round/>
            <a:headEnd len="med" w="med" type="triangle"/>
            <a:tailEnd len="sm" w="sm" type="none"/>
          </a:ln>
        </p:spPr>
      </p:cxnSp>
      <p:sp>
        <p:nvSpPr>
          <p:cNvPr id="157" name="Google Shape;157;p9"/>
          <p:cNvSpPr/>
          <p:nvPr/>
        </p:nvSpPr>
        <p:spPr>
          <a:xfrm>
            <a:off x="6309360" y="1417320"/>
            <a:ext cx="2286000" cy="237744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8" name="Google Shape;158;p9"/>
          <p:cNvSpPr/>
          <p:nvPr/>
        </p:nvSpPr>
        <p:spPr>
          <a:xfrm>
            <a:off x="6492240" y="1600200"/>
            <a:ext cx="502920" cy="502920"/>
          </a:xfrm>
          <a:prstGeom prst="ellipse">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59" name="Google Shape;159;p9"/>
          <p:cNvPicPr preferRelativeResize="0"/>
          <p:nvPr/>
        </p:nvPicPr>
        <p:blipFill rotWithShape="1">
          <a:blip r:embed="rId5">
            <a:alphaModFix/>
          </a:blip>
          <a:srcRect b="0" l="0" r="0" t="0"/>
          <a:stretch/>
        </p:blipFill>
        <p:spPr>
          <a:xfrm>
            <a:off x="6628028" y="1735988"/>
            <a:ext cx="231343" cy="231343"/>
          </a:xfrm>
          <a:prstGeom prst="rect">
            <a:avLst/>
          </a:prstGeom>
          <a:noFill/>
          <a:ln>
            <a:noFill/>
          </a:ln>
        </p:spPr>
      </p:pic>
      <p:sp>
        <p:nvSpPr>
          <p:cNvPr id="160" name="Google Shape;160;p9"/>
          <p:cNvSpPr txBox="1"/>
          <p:nvPr/>
        </p:nvSpPr>
        <p:spPr>
          <a:xfrm>
            <a:off x="6492240" y="2194560"/>
            <a:ext cx="192024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500"/>
              <a:buFont typeface="Calibri"/>
              <a:buNone/>
            </a:pPr>
            <a:r>
              <a:rPr b="1" i="0" lang="en-US" spc="0" sz="1500" u="none" cap="none" strike="noStrike">
                <a:solidFill>
                  <a:schemeClr val="dk1"/>
                </a:solidFill>
                <a:latin typeface="Calibri"/>
                <a:ea typeface="Calibri"/>
                <a:cs typeface="Calibri"/>
                <a:sym typeface="Calibri"/>
              </a:rPr>
              <a:t>Rover (UNO R4 WiFi)</a:t>
            </a:r>
            <a:endParaRPr b="0" i="0" spc="0" sz="1500" u="none" cap="none" strike="noStrike">
              <a:solidFill>
                <a:schemeClr val="dk1"/>
              </a:solidFill>
              <a:latin typeface="Calibri"/>
              <a:ea typeface="Calibri"/>
              <a:cs typeface="Calibri"/>
              <a:sym typeface="Calibri"/>
            </a:endParaRPr>
          </a:p>
        </p:txBody>
      </p:sp>
      <p:sp>
        <p:nvSpPr>
          <p:cNvPr id="161" name="Google Shape;161;p9"/>
          <p:cNvSpPr txBox="1"/>
          <p:nvPr/>
        </p:nvSpPr>
        <p:spPr>
          <a:xfrm>
            <a:off x="6492240" y="2560320"/>
            <a:ext cx="1965960" cy="86868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5B6573"/>
              </a:buClr>
              <a:buSzPts val="1100"/>
              <a:buFont typeface="Calibri"/>
              <a:buChar char="•"/>
            </a:pPr>
            <a:r>
              <a:rPr b="0" i="0" lang="en-US" spc="0" sz="1100" u="none" cap="none" strike="noStrike">
                <a:solidFill>
                  <a:srgbClr val="5B6573"/>
                </a:solidFill>
                <a:latin typeface="Calibri"/>
                <a:ea typeface="Calibri"/>
                <a:cs typeface="Calibri"/>
                <a:sym typeface="Calibri"/>
              </a:rPr>
              <a:t>2 DC motors via L298N</a:t>
            </a:r>
            <a:endParaRPr b="0" i="0" spc="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300"/>
              </a:spcBef>
              <a:spcAft>
                <a:spcPts val="0"/>
              </a:spcAft>
              <a:buClr>
                <a:srgbClr val="5B6573"/>
              </a:buClr>
              <a:buSzPts val="1100"/>
              <a:buFont typeface="Calibri"/>
              <a:buChar char="•"/>
            </a:pPr>
            <a:r>
              <a:rPr b="0" i="0" lang="en-US" spc="0" sz="1100" u="none" cap="none" strike="noStrike">
                <a:solidFill>
                  <a:srgbClr val="5B6573"/>
                </a:solidFill>
                <a:latin typeface="Calibri"/>
                <a:ea typeface="Calibri"/>
                <a:cs typeface="Calibri"/>
                <a:sym typeface="Calibri"/>
              </a:rPr>
              <a:t>Sonar + 20 cm hard stop</a:t>
            </a:r>
            <a:endParaRPr b="0" i="0" spc="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300"/>
              </a:spcBef>
              <a:spcAft>
                <a:spcPts val="0"/>
              </a:spcAft>
              <a:buClr>
                <a:srgbClr val="5B6573"/>
              </a:buClr>
              <a:buSzPts val="1100"/>
              <a:buFont typeface="Calibri"/>
              <a:buChar char="•"/>
            </a:pPr>
            <a:r>
              <a:rPr b="0" i="0" lang="en-US" spc="0" sz="1100" u="none" cap="none" strike="noStrike">
                <a:solidFill>
                  <a:srgbClr val="5B6573"/>
                </a:solidFill>
                <a:latin typeface="Calibri"/>
                <a:ea typeface="Calibri"/>
                <a:cs typeface="Calibri"/>
                <a:sym typeface="Calibri"/>
              </a:rPr>
              <a:t>Telemetry back at 10 Hz</a:t>
            </a:r>
            <a:endParaRPr b="0" i="0" spc="0" sz="1100" u="none" cap="none" strike="noStrike">
              <a:solidFill>
                <a:schemeClr val="dk1"/>
              </a:solidFill>
              <a:latin typeface="Calibri"/>
              <a:ea typeface="Calibri"/>
              <a:cs typeface="Calibri"/>
              <a:sym typeface="Calibri"/>
            </a:endParaRPr>
          </a:p>
        </p:txBody>
      </p:sp>
      <p:sp>
        <p:nvSpPr>
          <p:cNvPr id="162" name="Google Shape;162;p9"/>
          <p:cNvSpPr txBox="1"/>
          <p:nvPr/>
        </p:nvSpPr>
        <p:spPr>
          <a:xfrm>
            <a:off x="6492240" y="3447288"/>
            <a:ext cx="201168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5A1F"/>
              </a:buClr>
              <a:buSzPts val="1000"/>
              <a:buFont typeface="Courier New"/>
              <a:buNone/>
            </a:pPr>
            <a:r>
              <a:rPr b="0" i="0" lang="en-US" spc="0" sz="1000" u="none" cap="none" strike="noStrike">
                <a:solidFill>
                  <a:srgbClr val="FF5A1F"/>
                </a:solidFill>
                <a:latin typeface="Courier New"/>
                <a:ea typeface="Courier New"/>
                <a:cs typeface="Courier New"/>
                <a:sym typeface="Courier New"/>
              </a:rPr>
              <a:t>→ distance, mode, 10 Hz</a:t>
            </a:r>
            <a:endParaRPr b="0" i="0" spc="0" sz="1000" u="none" cap="none" strike="noStrike">
              <a:solidFill>
                <a:schemeClr val="dk1"/>
              </a:solidFill>
              <a:latin typeface="Calibri"/>
              <a:ea typeface="Calibri"/>
              <a:cs typeface="Calibri"/>
              <a:sym typeface="Calibri"/>
            </a:endParaRPr>
          </a:p>
        </p:txBody>
      </p:sp>
      <p:sp>
        <p:nvSpPr>
          <p:cNvPr id="163" name="Google Shape;163;p9"/>
          <p:cNvSpPr/>
          <p:nvPr/>
        </p:nvSpPr>
        <p:spPr>
          <a:xfrm>
            <a:off x="548640" y="4023360"/>
            <a:ext cx="8046720" cy="50292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4" name="Google Shape;164;p9"/>
          <p:cNvSpPr/>
          <p:nvPr/>
        </p:nvSpPr>
        <p:spPr>
          <a:xfrm>
            <a:off x="658368" y="4087368"/>
            <a:ext cx="365760" cy="365760"/>
          </a:xfrm>
          <a:prstGeom prst="ellipse">
            <a:avLst/>
          </a:prstGeom>
          <a:solidFill>
            <a:srgbClr val="FF5A1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65" name="Google Shape;165;p9"/>
          <p:cNvPicPr preferRelativeResize="0"/>
          <p:nvPr/>
        </p:nvPicPr>
        <p:blipFill rotWithShape="1">
          <a:blip r:embed="rId6">
            <a:alphaModFix/>
          </a:blip>
          <a:srcRect b="0" l="0" r="0" t="0"/>
          <a:stretch/>
        </p:blipFill>
        <p:spPr>
          <a:xfrm>
            <a:off x="757123" y="4186123"/>
            <a:ext cx="168250" cy="168250"/>
          </a:xfrm>
          <a:prstGeom prst="rect">
            <a:avLst/>
          </a:prstGeom>
          <a:noFill/>
          <a:ln>
            <a:noFill/>
          </a:ln>
        </p:spPr>
      </p:pic>
      <p:sp>
        <p:nvSpPr>
          <p:cNvPr id="166" name="Google Shape;166;p9"/>
          <p:cNvSpPr txBox="1"/>
          <p:nvPr/>
        </p:nvSpPr>
        <p:spPr>
          <a:xfrm>
            <a:off x="1188720" y="4023360"/>
            <a:ext cx="73152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pc="0" sz="1300" u="none" cap="none" strike="noStrike">
                <a:solidFill>
                  <a:srgbClr val="FFFFFF"/>
                </a:solidFill>
                <a:latin typeface="Calibri"/>
                <a:ea typeface="Calibri"/>
                <a:cs typeface="Calibri"/>
                <a:sym typeface="Calibri"/>
              </a:rPr>
              <a:t>Console in any browser:  </a:t>
            </a:r>
            <a:r>
              <a:rPr b="0" i="0" lang="en-US" spc="0" sz="1300" u="none" cap="none" strike="noStrike">
                <a:solidFill>
                  <a:srgbClr val="8A94A3"/>
                </a:solidFill>
                <a:latin typeface="Calibri"/>
                <a:ea typeface="Calibri"/>
                <a:cs typeface="Calibri"/>
                <a:sym typeface="Calibri"/>
              </a:rPr>
              <a:t>live map · click to go · go home · follow me · joystick</a:t>
            </a:r>
            <a:endParaRPr b="0" i="0" spc="0" sz="13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0"/>
          <p:cNvSpPr txBox="1"/>
          <p:nvPr/>
        </p:nvSpPr>
        <p:spPr>
          <a:xfrm>
            <a:off x="548640" y="292608"/>
            <a:ext cx="804672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100"/>
              <a:buFont typeface="Courier New"/>
              <a:buNone/>
            </a:pPr>
            <a:r>
              <a:rPr b="1" i="0" lang="en-US" spc="100" sz="1100" u="none" cap="none" strike="noStrike">
                <a:solidFill>
                  <a:schemeClr val="accent1"/>
                </a:solidFill>
                <a:latin typeface="Courier New"/>
                <a:ea typeface="Courier New"/>
                <a:cs typeface="Courier New"/>
                <a:sym typeface="Courier New"/>
              </a:rPr>
              <a:t>03 · PHYSICAL DESIGN</a:t>
            </a:r>
            <a:endParaRPr b="0" i="0" spc="0" sz="1100" u="none" cap="none" strike="noStrike">
              <a:solidFill>
                <a:schemeClr val="dk1"/>
              </a:solidFill>
              <a:latin typeface="Calibri"/>
              <a:ea typeface="Calibri"/>
              <a:cs typeface="Calibri"/>
              <a:sym typeface="Calibri"/>
            </a:endParaRPr>
          </a:p>
        </p:txBody>
      </p:sp>
      <p:sp>
        <p:nvSpPr>
          <p:cNvPr id="173" name="Google Shape;173;p10"/>
          <p:cNvSpPr txBox="1"/>
          <p:nvPr>
            <p:ph type="title"/>
          </p:nvPr>
        </p:nvSpPr>
        <p:spPr>
          <a:xfrm>
            <a:off x="548640" y="566928"/>
            <a:ext cx="8046720" cy="56692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000"/>
              <a:buFont typeface="Arial"/>
              <a:buNone/>
            </a:pPr>
            <a:r>
              <a:rPr b="1" lang="en-US" sz="3000">
                <a:solidFill>
                  <a:schemeClr val="dk1"/>
                </a:solidFill>
              </a:rPr>
              <a:t>Kit parts, our own shell</a:t>
            </a:r>
            <a:endParaRPr sz="3000"/>
          </a:p>
        </p:txBody>
      </p:sp>
      <p:sp>
        <p:nvSpPr>
          <p:cNvPr id="174" name="Google Shape;174;p10"/>
          <p:cNvSpPr/>
          <p:nvPr/>
        </p:nvSpPr>
        <p:spPr>
          <a:xfrm>
            <a:off x="548640" y="1371600"/>
            <a:ext cx="4114800" cy="292608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Render of the 3D-printed rover shell with its removable top hatch" id="175" name="Google Shape;175;p10"/>
          <p:cNvPicPr preferRelativeResize="0"/>
          <p:nvPr/>
        </p:nvPicPr>
        <p:blipFill rotWithShape="1">
          <a:blip r:embed="rId3">
            <a:alphaModFix/>
          </a:blip>
          <a:srcRect b="0" l="0" r="0" t="0"/>
          <a:stretch/>
        </p:blipFill>
        <p:spPr>
          <a:xfrm>
            <a:off x="822960" y="1480128"/>
            <a:ext cx="3566160" cy="2709023"/>
          </a:xfrm>
          <a:prstGeom prst="rect">
            <a:avLst/>
          </a:prstGeom>
          <a:noFill/>
          <a:ln>
            <a:noFill/>
          </a:ln>
        </p:spPr>
      </p:pic>
      <p:sp>
        <p:nvSpPr>
          <p:cNvPr id="176" name="Google Shape;176;p10"/>
          <p:cNvSpPr/>
          <p:nvPr/>
        </p:nvSpPr>
        <p:spPr>
          <a:xfrm>
            <a:off x="548640" y="1371600"/>
            <a:ext cx="182880" cy="32004"/>
          </a:xfrm>
          <a:prstGeom prst="rect">
            <a:avLst/>
          </a:prstGeom>
          <a:solidFill>
            <a:srgbClr val="FF5A1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7" name="Google Shape;177;p10"/>
          <p:cNvSpPr/>
          <p:nvPr/>
        </p:nvSpPr>
        <p:spPr>
          <a:xfrm>
            <a:off x="548640" y="1371600"/>
            <a:ext cx="32004" cy="182880"/>
          </a:xfrm>
          <a:prstGeom prst="rect">
            <a:avLst/>
          </a:prstGeom>
          <a:solidFill>
            <a:srgbClr val="FF5A1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8" name="Google Shape;178;p10"/>
          <p:cNvSpPr/>
          <p:nvPr/>
        </p:nvSpPr>
        <p:spPr>
          <a:xfrm>
            <a:off x="4480560" y="1371600"/>
            <a:ext cx="182880" cy="32004"/>
          </a:xfrm>
          <a:prstGeom prst="rect">
            <a:avLst/>
          </a:prstGeom>
          <a:solidFill>
            <a:srgbClr val="FF5A1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9" name="Google Shape;179;p10"/>
          <p:cNvSpPr/>
          <p:nvPr/>
        </p:nvSpPr>
        <p:spPr>
          <a:xfrm>
            <a:off x="4631436" y="1371600"/>
            <a:ext cx="32004" cy="182880"/>
          </a:xfrm>
          <a:prstGeom prst="rect">
            <a:avLst/>
          </a:prstGeom>
          <a:solidFill>
            <a:srgbClr val="FF5A1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0" name="Google Shape;180;p10"/>
          <p:cNvSpPr/>
          <p:nvPr/>
        </p:nvSpPr>
        <p:spPr>
          <a:xfrm>
            <a:off x="548640" y="4265676"/>
            <a:ext cx="182880" cy="32004"/>
          </a:xfrm>
          <a:prstGeom prst="rect">
            <a:avLst/>
          </a:prstGeom>
          <a:solidFill>
            <a:srgbClr val="FF5A1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1" name="Google Shape;181;p10"/>
          <p:cNvSpPr/>
          <p:nvPr/>
        </p:nvSpPr>
        <p:spPr>
          <a:xfrm>
            <a:off x="548640" y="4114800"/>
            <a:ext cx="32004" cy="182880"/>
          </a:xfrm>
          <a:prstGeom prst="rect">
            <a:avLst/>
          </a:prstGeom>
          <a:solidFill>
            <a:srgbClr val="FF5A1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2" name="Google Shape;182;p10"/>
          <p:cNvSpPr/>
          <p:nvPr/>
        </p:nvSpPr>
        <p:spPr>
          <a:xfrm>
            <a:off x="4480560" y="4265676"/>
            <a:ext cx="182880" cy="32004"/>
          </a:xfrm>
          <a:prstGeom prst="rect">
            <a:avLst/>
          </a:prstGeom>
          <a:solidFill>
            <a:srgbClr val="FF5A1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3" name="Google Shape;183;p10"/>
          <p:cNvSpPr/>
          <p:nvPr/>
        </p:nvSpPr>
        <p:spPr>
          <a:xfrm>
            <a:off x="4631436" y="4114800"/>
            <a:ext cx="32004" cy="182880"/>
          </a:xfrm>
          <a:prstGeom prst="rect">
            <a:avLst/>
          </a:prstGeom>
          <a:solidFill>
            <a:srgbClr val="FF5A1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4" name="Google Shape;184;p10"/>
          <p:cNvSpPr txBox="1"/>
          <p:nvPr/>
        </p:nvSpPr>
        <p:spPr>
          <a:xfrm>
            <a:off x="548640" y="4389120"/>
            <a:ext cx="41148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94A3"/>
              </a:buClr>
              <a:buSzPts val="1000"/>
              <a:buFont typeface="Courier New"/>
              <a:buNone/>
            </a:pPr>
            <a:r>
              <a:rPr b="0" i="0" lang="en-US" spc="0" sz="1000" u="none" cap="none" strike="noStrike">
                <a:solidFill>
                  <a:srgbClr val="8A94A3"/>
                </a:solidFill>
                <a:latin typeface="Courier New"/>
                <a:ea typeface="Courier New"/>
                <a:cs typeface="Courier New"/>
                <a:sym typeface="Courier New"/>
              </a:rPr>
              <a:t>Shell 221 × 164 × 80 mm · removable hatch</a:t>
            </a:r>
            <a:endParaRPr b="0" i="0" spc="0" sz="1000" u="none" cap="none" strike="noStrike">
              <a:solidFill>
                <a:schemeClr val="dk1"/>
              </a:solidFill>
              <a:latin typeface="Calibri"/>
              <a:ea typeface="Calibri"/>
              <a:cs typeface="Calibri"/>
              <a:sym typeface="Calibri"/>
            </a:endParaRPr>
          </a:p>
        </p:txBody>
      </p:sp>
      <p:sp>
        <p:nvSpPr>
          <p:cNvPr id="185" name="Google Shape;185;p10"/>
          <p:cNvSpPr/>
          <p:nvPr/>
        </p:nvSpPr>
        <p:spPr>
          <a:xfrm>
            <a:off x="5029200" y="1417320"/>
            <a:ext cx="411480" cy="411480"/>
          </a:xfrm>
          <a:prstGeom prst="ellipse">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86" name="Google Shape;186;p10"/>
          <p:cNvPicPr preferRelativeResize="0"/>
          <p:nvPr/>
        </p:nvPicPr>
        <p:blipFill rotWithShape="1">
          <a:blip r:embed="rId4">
            <a:alphaModFix/>
          </a:blip>
          <a:srcRect b="0" l="0" r="0" t="0"/>
          <a:stretch/>
        </p:blipFill>
        <p:spPr>
          <a:xfrm>
            <a:off x="5140300" y="1528420"/>
            <a:ext cx="189281" cy="189281"/>
          </a:xfrm>
          <a:prstGeom prst="rect">
            <a:avLst/>
          </a:prstGeom>
          <a:noFill/>
          <a:ln>
            <a:noFill/>
          </a:ln>
        </p:spPr>
      </p:pic>
      <p:sp>
        <p:nvSpPr>
          <p:cNvPr id="187" name="Google Shape;187;p10"/>
          <p:cNvSpPr txBox="1"/>
          <p:nvPr/>
        </p:nvSpPr>
        <p:spPr>
          <a:xfrm>
            <a:off x="5577840" y="1371600"/>
            <a:ext cx="3017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rPr b="1" i="0" lang="en-US" spc="0" sz="1400" u="none" cap="none" strike="noStrike">
                <a:solidFill>
                  <a:schemeClr val="dk1"/>
                </a:solidFill>
                <a:latin typeface="Calibri"/>
                <a:ea typeface="Calibri"/>
                <a:cs typeface="Calibri"/>
                <a:sym typeface="Calibri"/>
              </a:rPr>
              <a:t>Arduino UNO R4 WiFi</a:t>
            </a:r>
            <a:endParaRPr b="0" i="0" spc="0" sz="1400" u="none" cap="none" strike="noStrike">
              <a:solidFill>
                <a:schemeClr val="dk1"/>
              </a:solidFill>
              <a:latin typeface="Calibri"/>
              <a:ea typeface="Calibri"/>
              <a:cs typeface="Calibri"/>
              <a:sym typeface="Calibri"/>
            </a:endParaRPr>
          </a:p>
        </p:txBody>
      </p:sp>
      <p:sp>
        <p:nvSpPr>
          <p:cNvPr id="188" name="Google Shape;188;p10"/>
          <p:cNvSpPr txBox="1"/>
          <p:nvPr/>
        </p:nvSpPr>
        <p:spPr>
          <a:xfrm>
            <a:off x="5577840" y="1645920"/>
            <a:ext cx="301752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573"/>
              </a:buClr>
              <a:buSzPts val="1100"/>
              <a:buFont typeface="Calibri"/>
              <a:buNone/>
            </a:pPr>
            <a:r>
              <a:rPr b="0" i="0" lang="en-US" spc="0" sz="1100" u="none" cap="none" strike="noStrike">
                <a:solidFill>
                  <a:srgbClr val="5B6573"/>
                </a:solidFill>
                <a:latin typeface="Calibri"/>
                <a:ea typeface="Calibri"/>
                <a:cs typeface="Calibri"/>
                <a:sym typeface="Calibri"/>
              </a:rPr>
              <a:t>Brain, Wi-Fi link to server, LED face</a:t>
            </a:r>
            <a:endParaRPr b="0" i="0" spc="0" sz="1100" u="none" cap="none" strike="noStrike">
              <a:solidFill>
                <a:schemeClr val="dk1"/>
              </a:solidFill>
              <a:latin typeface="Calibri"/>
              <a:ea typeface="Calibri"/>
              <a:cs typeface="Calibri"/>
              <a:sym typeface="Calibri"/>
            </a:endParaRPr>
          </a:p>
        </p:txBody>
      </p:sp>
      <p:sp>
        <p:nvSpPr>
          <p:cNvPr id="189" name="Google Shape;189;p10"/>
          <p:cNvSpPr/>
          <p:nvPr/>
        </p:nvSpPr>
        <p:spPr>
          <a:xfrm>
            <a:off x="5029200" y="2057400"/>
            <a:ext cx="411480" cy="411480"/>
          </a:xfrm>
          <a:prstGeom prst="ellipse">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90" name="Google Shape;190;p10"/>
          <p:cNvPicPr preferRelativeResize="0"/>
          <p:nvPr/>
        </p:nvPicPr>
        <p:blipFill rotWithShape="1">
          <a:blip r:embed="rId5">
            <a:alphaModFix/>
          </a:blip>
          <a:srcRect b="0" l="0" r="0" t="0"/>
          <a:stretch/>
        </p:blipFill>
        <p:spPr>
          <a:xfrm>
            <a:off x="5140300" y="2168500"/>
            <a:ext cx="189281" cy="189281"/>
          </a:xfrm>
          <a:prstGeom prst="rect">
            <a:avLst/>
          </a:prstGeom>
          <a:noFill/>
          <a:ln>
            <a:noFill/>
          </a:ln>
        </p:spPr>
      </p:pic>
      <p:sp>
        <p:nvSpPr>
          <p:cNvPr id="191" name="Google Shape;191;p10"/>
          <p:cNvSpPr txBox="1"/>
          <p:nvPr/>
        </p:nvSpPr>
        <p:spPr>
          <a:xfrm>
            <a:off x="5577840" y="2011680"/>
            <a:ext cx="3017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rPr b="1" i="0" lang="en-US" spc="0" sz="1400" u="none" cap="none" strike="noStrike">
                <a:solidFill>
                  <a:schemeClr val="dk1"/>
                </a:solidFill>
                <a:latin typeface="Calibri"/>
                <a:ea typeface="Calibri"/>
                <a:cs typeface="Calibri"/>
                <a:sym typeface="Calibri"/>
              </a:rPr>
              <a:t>L298N + 2 DC gear motors</a:t>
            </a:r>
            <a:endParaRPr b="0" i="0" spc="0" sz="1400" u="none" cap="none" strike="noStrike">
              <a:solidFill>
                <a:schemeClr val="dk1"/>
              </a:solidFill>
              <a:latin typeface="Calibri"/>
              <a:ea typeface="Calibri"/>
              <a:cs typeface="Calibri"/>
              <a:sym typeface="Calibri"/>
            </a:endParaRPr>
          </a:p>
        </p:txBody>
      </p:sp>
      <p:sp>
        <p:nvSpPr>
          <p:cNvPr id="192" name="Google Shape;192;p10"/>
          <p:cNvSpPr txBox="1"/>
          <p:nvPr/>
        </p:nvSpPr>
        <p:spPr>
          <a:xfrm>
            <a:off x="5577840" y="2286000"/>
            <a:ext cx="301752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573"/>
              </a:buClr>
              <a:buSzPts val="1100"/>
              <a:buFont typeface="Calibri"/>
              <a:buNone/>
            </a:pPr>
            <a:r>
              <a:rPr b="0" i="0" lang="en-US" spc="0" sz="1100" u="none" cap="none" strike="noStrike">
                <a:solidFill>
                  <a:srgbClr val="5B6573"/>
                </a:solidFill>
                <a:latin typeface="Calibri"/>
                <a:ea typeface="Calibri"/>
                <a:cs typeface="Calibri"/>
                <a:sym typeface="Calibri"/>
              </a:rPr>
              <a:t>PWM drive, automatic straight-line trim</a:t>
            </a:r>
            <a:endParaRPr b="0" i="0" spc="0" sz="1100" u="none" cap="none" strike="noStrike">
              <a:solidFill>
                <a:schemeClr val="dk1"/>
              </a:solidFill>
              <a:latin typeface="Calibri"/>
              <a:ea typeface="Calibri"/>
              <a:cs typeface="Calibri"/>
              <a:sym typeface="Calibri"/>
            </a:endParaRPr>
          </a:p>
        </p:txBody>
      </p:sp>
      <p:sp>
        <p:nvSpPr>
          <p:cNvPr id="193" name="Google Shape;193;p10"/>
          <p:cNvSpPr/>
          <p:nvPr/>
        </p:nvSpPr>
        <p:spPr>
          <a:xfrm>
            <a:off x="5029200" y="2697480"/>
            <a:ext cx="411480" cy="411480"/>
          </a:xfrm>
          <a:prstGeom prst="ellipse">
            <a:avLst/>
          </a:prstGeom>
          <a:solidFill>
            <a:srgbClr val="FF5A1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94" name="Google Shape;194;p10"/>
          <p:cNvPicPr preferRelativeResize="0"/>
          <p:nvPr/>
        </p:nvPicPr>
        <p:blipFill rotWithShape="1">
          <a:blip r:embed="rId6">
            <a:alphaModFix/>
          </a:blip>
          <a:srcRect b="0" l="0" r="0" t="0"/>
          <a:stretch/>
        </p:blipFill>
        <p:spPr>
          <a:xfrm>
            <a:off x="5140300" y="2808580"/>
            <a:ext cx="189281" cy="189281"/>
          </a:xfrm>
          <a:prstGeom prst="rect">
            <a:avLst/>
          </a:prstGeom>
          <a:noFill/>
          <a:ln>
            <a:noFill/>
          </a:ln>
        </p:spPr>
      </p:pic>
      <p:sp>
        <p:nvSpPr>
          <p:cNvPr id="195" name="Google Shape;195;p10"/>
          <p:cNvSpPr txBox="1"/>
          <p:nvPr/>
        </p:nvSpPr>
        <p:spPr>
          <a:xfrm>
            <a:off x="5577840" y="2651760"/>
            <a:ext cx="3017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rPr b="1" i="0" lang="en-US" spc="0" sz="1400" u="none" cap="none" strike="noStrike">
                <a:solidFill>
                  <a:schemeClr val="dk1"/>
                </a:solidFill>
                <a:latin typeface="Calibri"/>
                <a:ea typeface="Calibri"/>
                <a:cs typeface="Calibri"/>
                <a:sym typeface="Calibri"/>
              </a:rPr>
              <a:t>HC-SR04 sonar</a:t>
            </a:r>
            <a:endParaRPr b="0" i="0" spc="0" sz="1400" u="none" cap="none" strike="noStrike">
              <a:solidFill>
                <a:schemeClr val="dk1"/>
              </a:solidFill>
              <a:latin typeface="Calibri"/>
              <a:ea typeface="Calibri"/>
              <a:cs typeface="Calibri"/>
              <a:sym typeface="Calibri"/>
            </a:endParaRPr>
          </a:p>
        </p:txBody>
      </p:sp>
      <p:sp>
        <p:nvSpPr>
          <p:cNvPr id="196" name="Google Shape;196;p10"/>
          <p:cNvSpPr txBox="1"/>
          <p:nvPr/>
        </p:nvSpPr>
        <p:spPr>
          <a:xfrm>
            <a:off x="5577840" y="2926080"/>
            <a:ext cx="301752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573"/>
              </a:buClr>
              <a:buSzPts val="1100"/>
              <a:buFont typeface="Calibri"/>
              <a:buNone/>
            </a:pPr>
            <a:r>
              <a:rPr b="0" i="0" lang="en-US" spc="0" sz="1100" u="none" cap="none" strike="noStrike">
                <a:solidFill>
                  <a:srgbClr val="5B6573"/>
                </a:solidFill>
                <a:latin typeface="Calibri"/>
                <a:ea typeface="Calibri"/>
                <a:cs typeface="Calibri"/>
                <a:sym typeface="Calibri"/>
              </a:rPr>
              <a:t>Looks out through the shell's front window</a:t>
            </a:r>
            <a:endParaRPr b="0" i="0" spc="0" sz="1100" u="none" cap="none" strike="noStrike">
              <a:solidFill>
                <a:schemeClr val="dk1"/>
              </a:solidFill>
              <a:latin typeface="Calibri"/>
              <a:ea typeface="Calibri"/>
              <a:cs typeface="Calibri"/>
              <a:sym typeface="Calibri"/>
            </a:endParaRPr>
          </a:p>
        </p:txBody>
      </p:sp>
      <p:sp>
        <p:nvSpPr>
          <p:cNvPr id="197" name="Google Shape;197;p10"/>
          <p:cNvSpPr/>
          <p:nvPr/>
        </p:nvSpPr>
        <p:spPr>
          <a:xfrm>
            <a:off x="5029200" y="3337560"/>
            <a:ext cx="411480" cy="411480"/>
          </a:xfrm>
          <a:prstGeom prst="ellipse">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98" name="Google Shape;198;p10"/>
          <p:cNvPicPr preferRelativeResize="0"/>
          <p:nvPr/>
        </p:nvPicPr>
        <p:blipFill rotWithShape="1">
          <a:blip r:embed="rId7">
            <a:alphaModFix/>
          </a:blip>
          <a:srcRect b="0" l="0" r="0" t="0"/>
          <a:stretch/>
        </p:blipFill>
        <p:spPr>
          <a:xfrm>
            <a:off x="5140300" y="3448660"/>
            <a:ext cx="189281" cy="189281"/>
          </a:xfrm>
          <a:prstGeom prst="rect">
            <a:avLst/>
          </a:prstGeom>
          <a:noFill/>
          <a:ln>
            <a:noFill/>
          </a:ln>
        </p:spPr>
      </p:pic>
      <p:sp>
        <p:nvSpPr>
          <p:cNvPr id="199" name="Google Shape;199;p10"/>
          <p:cNvSpPr txBox="1"/>
          <p:nvPr/>
        </p:nvSpPr>
        <p:spPr>
          <a:xfrm>
            <a:off x="5577840" y="3291840"/>
            <a:ext cx="3017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rPr b="1" i="0" lang="en-US" spc="0" sz="1400" u="none" cap="none" strike="noStrike">
                <a:solidFill>
                  <a:schemeClr val="dk1"/>
                </a:solidFill>
                <a:latin typeface="Calibri"/>
                <a:ea typeface="Calibri"/>
                <a:cs typeface="Calibri"/>
                <a:sym typeface="Calibri"/>
              </a:rPr>
              <a:t>Buzzer</a:t>
            </a:r>
            <a:endParaRPr b="0" i="0" spc="0" sz="1400" u="none" cap="none" strike="noStrike">
              <a:solidFill>
                <a:schemeClr val="dk1"/>
              </a:solidFill>
              <a:latin typeface="Calibri"/>
              <a:ea typeface="Calibri"/>
              <a:cs typeface="Calibri"/>
              <a:sym typeface="Calibri"/>
            </a:endParaRPr>
          </a:p>
        </p:txBody>
      </p:sp>
      <p:sp>
        <p:nvSpPr>
          <p:cNvPr id="200" name="Google Shape;200;p10"/>
          <p:cNvSpPr txBox="1"/>
          <p:nvPr/>
        </p:nvSpPr>
        <p:spPr>
          <a:xfrm>
            <a:off x="5577840" y="3566160"/>
            <a:ext cx="301752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573"/>
              </a:buClr>
              <a:buSzPts val="1100"/>
              <a:buFont typeface="Calibri"/>
              <a:buNone/>
            </a:pPr>
            <a:r>
              <a:rPr b="0" i="0" lang="en-US" spc="0" sz="1100" u="none" cap="none" strike="noStrike">
                <a:solidFill>
                  <a:srgbClr val="5B6573"/>
                </a:solidFill>
                <a:latin typeface="Calibri"/>
                <a:ea typeface="Calibri"/>
                <a:cs typeface="Calibri"/>
                <a:sym typeface="Calibri"/>
              </a:rPr>
              <a:t>Parking-sensor beeps from 45 cm</a:t>
            </a:r>
            <a:endParaRPr b="0" i="0" spc="0" sz="1100" u="none" cap="none" strike="noStrike">
              <a:solidFill>
                <a:schemeClr val="dk1"/>
              </a:solidFill>
              <a:latin typeface="Calibri"/>
              <a:ea typeface="Calibri"/>
              <a:cs typeface="Calibri"/>
              <a:sym typeface="Calibri"/>
            </a:endParaRPr>
          </a:p>
        </p:txBody>
      </p:sp>
      <p:sp>
        <p:nvSpPr>
          <p:cNvPr id="201" name="Google Shape;201;p10"/>
          <p:cNvSpPr/>
          <p:nvPr/>
        </p:nvSpPr>
        <p:spPr>
          <a:xfrm>
            <a:off x="5029200" y="3977640"/>
            <a:ext cx="411480" cy="411480"/>
          </a:xfrm>
          <a:prstGeom prst="ellipse">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202" name="Google Shape;202;p10"/>
          <p:cNvPicPr preferRelativeResize="0"/>
          <p:nvPr/>
        </p:nvPicPr>
        <p:blipFill rotWithShape="1">
          <a:blip r:embed="rId8">
            <a:alphaModFix/>
          </a:blip>
          <a:srcRect b="0" l="0" r="0" t="0"/>
          <a:stretch/>
        </p:blipFill>
        <p:spPr>
          <a:xfrm>
            <a:off x="5140300" y="4088740"/>
            <a:ext cx="189281" cy="189281"/>
          </a:xfrm>
          <a:prstGeom prst="rect">
            <a:avLst/>
          </a:prstGeom>
          <a:noFill/>
          <a:ln>
            <a:noFill/>
          </a:ln>
        </p:spPr>
      </p:pic>
      <p:sp>
        <p:nvSpPr>
          <p:cNvPr id="203" name="Google Shape;203;p10"/>
          <p:cNvSpPr txBox="1"/>
          <p:nvPr/>
        </p:nvSpPr>
        <p:spPr>
          <a:xfrm>
            <a:off x="5577840" y="3931920"/>
            <a:ext cx="3017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rPr b="1" i="0" lang="en-US" spc="0" sz="1400" u="none" cap="none" strike="noStrike">
                <a:solidFill>
                  <a:schemeClr val="dk1"/>
                </a:solidFill>
                <a:latin typeface="Calibri"/>
                <a:ea typeface="Calibri"/>
                <a:cs typeface="Calibri"/>
                <a:sym typeface="Calibri"/>
              </a:rPr>
              <a:t>2 × 18650 cells</a:t>
            </a:r>
            <a:endParaRPr b="0" i="0" spc="0" sz="1400" u="none" cap="none" strike="noStrike">
              <a:solidFill>
                <a:schemeClr val="dk1"/>
              </a:solidFill>
              <a:latin typeface="Calibri"/>
              <a:ea typeface="Calibri"/>
              <a:cs typeface="Calibri"/>
              <a:sym typeface="Calibri"/>
            </a:endParaRPr>
          </a:p>
        </p:txBody>
      </p:sp>
      <p:sp>
        <p:nvSpPr>
          <p:cNvPr id="204" name="Google Shape;204;p10"/>
          <p:cNvSpPr txBox="1"/>
          <p:nvPr/>
        </p:nvSpPr>
        <p:spPr>
          <a:xfrm>
            <a:off x="5577840" y="4206240"/>
            <a:ext cx="301752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573"/>
              </a:buClr>
              <a:buSzPts val="1100"/>
              <a:buFont typeface="Calibri"/>
              <a:buNone/>
            </a:pPr>
            <a:r>
              <a:rPr b="0" i="0" lang="en-US" spc="0" sz="1100" u="none" cap="none" strike="noStrike">
                <a:solidFill>
                  <a:srgbClr val="5B6573"/>
                </a:solidFill>
                <a:latin typeface="Calibri"/>
                <a:ea typeface="Calibri"/>
                <a:cs typeface="Calibri"/>
                <a:sym typeface="Calibri"/>
              </a:rPr>
              <a:t>Power for motors and board</a:t>
            </a:r>
            <a:endParaRPr b="0" i="0" spc="0" sz="11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1"/>
          <p:cNvSpPr txBox="1"/>
          <p:nvPr/>
        </p:nvSpPr>
        <p:spPr>
          <a:xfrm>
            <a:off x="548640" y="292608"/>
            <a:ext cx="804672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100"/>
              <a:buFont typeface="Courier New"/>
              <a:buNone/>
            </a:pPr>
            <a:r>
              <a:rPr b="1" i="0" lang="en-US" spc="100" sz="1100" u="none" cap="none" strike="noStrike">
                <a:solidFill>
                  <a:schemeClr val="accent1"/>
                </a:solidFill>
                <a:latin typeface="Courier New"/>
                <a:ea typeface="Courier New"/>
                <a:cs typeface="Courier New"/>
                <a:sym typeface="Courier New"/>
              </a:rPr>
              <a:t>0</a:t>
            </a:r>
            <a:r>
              <a:rPr b="1" lang="en-US" spc="100" sz="1100">
                <a:solidFill>
                  <a:schemeClr val="accent1"/>
                </a:solidFill>
                <a:latin typeface="Courier New"/>
                <a:ea typeface="Courier New"/>
                <a:cs typeface="Courier New"/>
                <a:sym typeface="Courier New"/>
              </a:rPr>
              <a:t>4</a:t>
            </a:r>
            <a:r>
              <a:rPr b="1" i="0" lang="en-US" spc="100" sz="1100" u="none" cap="none" strike="noStrike">
                <a:solidFill>
                  <a:schemeClr val="accent1"/>
                </a:solidFill>
                <a:latin typeface="Courier New"/>
                <a:ea typeface="Courier New"/>
                <a:cs typeface="Courier New"/>
                <a:sym typeface="Courier New"/>
              </a:rPr>
              <a:t> · DISTANCE + OBSTACLE AVOIDANCE</a:t>
            </a:r>
            <a:endParaRPr b="0" i="0" spc="0" sz="1100" u="none" cap="none" strike="noStrike">
              <a:solidFill>
                <a:schemeClr val="dk1"/>
              </a:solidFill>
              <a:latin typeface="Calibri"/>
              <a:ea typeface="Calibri"/>
              <a:cs typeface="Calibri"/>
              <a:sym typeface="Calibri"/>
            </a:endParaRPr>
          </a:p>
        </p:txBody>
      </p:sp>
      <p:sp>
        <p:nvSpPr>
          <p:cNvPr id="211" name="Google Shape;211;p11"/>
          <p:cNvSpPr txBox="1"/>
          <p:nvPr>
            <p:ph type="title"/>
          </p:nvPr>
        </p:nvSpPr>
        <p:spPr>
          <a:xfrm>
            <a:off x="548640" y="566928"/>
            <a:ext cx="8046720" cy="56692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000"/>
              <a:buFont typeface="Arial"/>
              <a:buNone/>
            </a:pPr>
            <a:r>
              <a:rPr b="1" lang="en-US" sz="3000">
                <a:solidFill>
                  <a:schemeClr val="dk1"/>
                </a:solidFill>
              </a:rPr>
              <a:t>Camera says where, sonar says what</a:t>
            </a:r>
            <a:endParaRPr sz="3000"/>
          </a:p>
        </p:txBody>
      </p:sp>
      <p:sp>
        <p:nvSpPr>
          <p:cNvPr id="212" name="Google Shape;212;p11"/>
          <p:cNvSpPr/>
          <p:nvPr/>
        </p:nvSpPr>
        <p:spPr>
          <a:xfrm>
            <a:off x="548640" y="1417320"/>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3" name="Google Shape;213;p11"/>
          <p:cNvSpPr/>
          <p:nvPr/>
        </p:nvSpPr>
        <p:spPr>
          <a:xfrm>
            <a:off x="809244" y="1417320"/>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4" name="Google Shape;214;p11"/>
          <p:cNvSpPr/>
          <p:nvPr/>
        </p:nvSpPr>
        <p:spPr>
          <a:xfrm>
            <a:off x="1069848" y="1417320"/>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5" name="Google Shape;215;p11"/>
          <p:cNvSpPr/>
          <p:nvPr/>
        </p:nvSpPr>
        <p:spPr>
          <a:xfrm>
            <a:off x="1330452" y="1417320"/>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6" name="Google Shape;216;p11"/>
          <p:cNvSpPr/>
          <p:nvPr/>
        </p:nvSpPr>
        <p:spPr>
          <a:xfrm>
            <a:off x="1591056" y="1417320"/>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7" name="Google Shape;217;p11"/>
          <p:cNvSpPr/>
          <p:nvPr/>
        </p:nvSpPr>
        <p:spPr>
          <a:xfrm>
            <a:off x="1851660" y="1417320"/>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8" name="Google Shape;218;p11"/>
          <p:cNvSpPr/>
          <p:nvPr/>
        </p:nvSpPr>
        <p:spPr>
          <a:xfrm>
            <a:off x="2112264" y="1417320"/>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9" name="Google Shape;219;p11"/>
          <p:cNvSpPr/>
          <p:nvPr/>
        </p:nvSpPr>
        <p:spPr>
          <a:xfrm>
            <a:off x="2372868" y="1417320"/>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0" name="Google Shape;220;p11"/>
          <p:cNvSpPr/>
          <p:nvPr/>
        </p:nvSpPr>
        <p:spPr>
          <a:xfrm>
            <a:off x="2633472" y="1417320"/>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1" name="Google Shape;221;p11"/>
          <p:cNvSpPr/>
          <p:nvPr/>
        </p:nvSpPr>
        <p:spPr>
          <a:xfrm>
            <a:off x="2894076" y="1417320"/>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2" name="Google Shape;222;p11"/>
          <p:cNvSpPr/>
          <p:nvPr/>
        </p:nvSpPr>
        <p:spPr>
          <a:xfrm>
            <a:off x="3154680" y="1417320"/>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3" name="Google Shape;223;p11"/>
          <p:cNvSpPr/>
          <p:nvPr/>
        </p:nvSpPr>
        <p:spPr>
          <a:xfrm>
            <a:off x="3415284" y="1417320"/>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4" name="Google Shape;224;p11"/>
          <p:cNvSpPr/>
          <p:nvPr/>
        </p:nvSpPr>
        <p:spPr>
          <a:xfrm>
            <a:off x="3675888" y="1417320"/>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5" name="Google Shape;225;p11"/>
          <p:cNvSpPr/>
          <p:nvPr/>
        </p:nvSpPr>
        <p:spPr>
          <a:xfrm>
            <a:off x="3936492" y="1417320"/>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6" name="Google Shape;226;p11"/>
          <p:cNvSpPr/>
          <p:nvPr/>
        </p:nvSpPr>
        <p:spPr>
          <a:xfrm>
            <a:off x="4197096" y="1417320"/>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7" name="Google Shape;227;p11"/>
          <p:cNvSpPr/>
          <p:nvPr/>
        </p:nvSpPr>
        <p:spPr>
          <a:xfrm>
            <a:off x="548640" y="1677924"/>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8" name="Google Shape;228;p11"/>
          <p:cNvSpPr/>
          <p:nvPr/>
        </p:nvSpPr>
        <p:spPr>
          <a:xfrm>
            <a:off x="809244" y="1677924"/>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9" name="Google Shape;229;p11"/>
          <p:cNvSpPr/>
          <p:nvPr/>
        </p:nvSpPr>
        <p:spPr>
          <a:xfrm>
            <a:off x="1069848" y="1677924"/>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0" name="Google Shape;230;p11"/>
          <p:cNvSpPr/>
          <p:nvPr/>
        </p:nvSpPr>
        <p:spPr>
          <a:xfrm>
            <a:off x="1330452" y="1677924"/>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1" name="Google Shape;231;p11"/>
          <p:cNvSpPr/>
          <p:nvPr/>
        </p:nvSpPr>
        <p:spPr>
          <a:xfrm>
            <a:off x="1591056" y="1677924"/>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2" name="Google Shape;232;p11"/>
          <p:cNvSpPr/>
          <p:nvPr/>
        </p:nvSpPr>
        <p:spPr>
          <a:xfrm>
            <a:off x="1851660" y="1677924"/>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3" name="Google Shape;233;p11"/>
          <p:cNvSpPr/>
          <p:nvPr/>
        </p:nvSpPr>
        <p:spPr>
          <a:xfrm>
            <a:off x="2112264" y="1677924"/>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4" name="Google Shape;234;p11"/>
          <p:cNvSpPr/>
          <p:nvPr/>
        </p:nvSpPr>
        <p:spPr>
          <a:xfrm>
            <a:off x="2372868" y="1677924"/>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5" name="Google Shape;235;p11"/>
          <p:cNvSpPr/>
          <p:nvPr/>
        </p:nvSpPr>
        <p:spPr>
          <a:xfrm>
            <a:off x="2633472" y="1677924"/>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6" name="Google Shape;236;p11"/>
          <p:cNvSpPr/>
          <p:nvPr/>
        </p:nvSpPr>
        <p:spPr>
          <a:xfrm>
            <a:off x="2894076" y="1677924"/>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7" name="Google Shape;237;p11"/>
          <p:cNvSpPr/>
          <p:nvPr/>
        </p:nvSpPr>
        <p:spPr>
          <a:xfrm>
            <a:off x="3154680" y="1677924"/>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8" name="Google Shape;238;p11"/>
          <p:cNvSpPr/>
          <p:nvPr/>
        </p:nvSpPr>
        <p:spPr>
          <a:xfrm>
            <a:off x="3415284" y="1677924"/>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9" name="Google Shape;239;p11"/>
          <p:cNvSpPr/>
          <p:nvPr/>
        </p:nvSpPr>
        <p:spPr>
          <a:xfrm>
            <a:off x="3675888" y="1677924"/>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0" name="Google Shape;240;p11"/>
          <p:cNvSpPr/>
          <p:nvPr/>
        </p:nvSpPr>
        <p:spPr>
          <a:xfrm>
            <a:off x="3936492" y="1677924"/>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1" name="Google Shape;241;p11"/>
          <p:cNvSpPr/>
          <p:nvPr/>
        </p:nvSpPr>
        <p:spPr>
          <a:xfrm>
            <a:off x="4197096" y="1677924"/>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2" name="Google Shape;242;p11"/>
          <p:cNvSpPr/>
          <p:nvPr/>
        </p:nvSpPr>
        <p:spPr>
          <a:xfrm>
            <a:off x="548640" y="1938528"/>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3" name="Google Shape;243;p11"/>
          <p:cNvSpPr/>
          <p:nvPr/>
        </p:nvSpPr>
        <p:spPr>
          <a:xfrm>
            <a:off x="809244" y="1938528"/>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4" name="Google Shape;244;p11"/>
          <p:cNvSpPr/>
          <p:nvPr/>
        </p:nvSpPr>
        <p:spPr>
          <a:xfrm>
            <a:off x="1069848" y="1938528"/>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5" name="Google Shape;245;p11"/>
          <p:cNvSpPr/>
          <p:nvPr/>
        </p:nvSpPr>
        <p:spPr>
          <a:xfrm>
            <a:off x="1330452" y="1938528"/>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6" name="Google Shape;246;p11"/>
          <p:cNvSpPr/>
          <p:nvPr/>
        </p:nvSpPr>
        <p:spPr>
          <a:xfrm>
            <a:off x="1591056" y="1938528"/>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7" name="Google Shape;247;p11"/>
          <p:cNvSpPr/>
          <p:nvPr/>
        </p:nvSpPr>
        <p:spPr>
          <a:xfrm>
            <a:off x="1851660" y="1938528"/>
            <a:ext cx="233172" cy="233172"/>
          </a:xfrm>
          <a:prstGeom prst="rect">
            <a:avLst/>
          </a:prstGeom>
          <a:solidFill>
            <a:srgbClr val="FFD9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8" name="Google Shape;248;p11"/>
          <p:cNvSpPr/>
          <p:nvPr/>
        </p:nvSpPr>
        <p:spPr>
          <a:xfrm>
            <a:off x="2112264" y="1938528"/>
            <a:ext cx="233172" cy="233172"/>
          </a:xfrm>
          <a:prstGeom prst="rect">
            <a:avLst/>
          </a:prstGeom>
          <a:solidFill>
            <a:srgbClr val="FFD9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9" name="Google Shape;249;p11"/>
          <p:cNvSpPr/>
          <p:nvPr/>
        </p:nvSpPr>
        <p:spPr>
          <a:xfrm>
            <a:off x="2372868" y="1938528"/>
            <a:ext cx="233172" cy="233172"/>
          </a:xfrm>
          <a:prstGeom prst="rect">
            <a:avLst/>
          </a:prstGeom>
          <a:solidFill>
            <a:srgbClr val="FFD9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0" name="Google Shape;250;p11"/>
          <p:cNvSpPr/>
          <p:nvPr/>
        </p:nvSpPr>
        <p:spPr>
          <a:xfrm>
            <a:off x="2633472" y="1938528"/>
            <a:ext cx="233172" cy="233172"/>
          </a:xfrm>
          <a:prstGeom prst="rect">
            <a:avLst/>
          </a:prstGeom>
          <a:solidFill>
            <a:srgbClr val="FFD9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1" name="Google Shape;251;p11"/>
          <p:cNvSpPr/>
          <p:nvPr/>
        </p:nvSpPr>
        <p:spPr>
          <a:xfrm>
            <a:off x="2894076" y="1938528"/>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2" name="Google Shape;252;p11"/>
          <p:cNvSpPr/>
          <p:nvPr/>
        </p:nvSpPr>
        <p:spPr>
          <a:xfrm>
            <a:off x="3154680" y="1938528"/>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3" name="Google Shape;253;p11"/>
          <p:cNvSpPr/>
          <p:nvPr/>
        </p:nvSpPr>
        <p:spPr>
          <a:xfrm>
            <a:off x="3415284" y="1938528"/>
            <a:ext cx="233172" cy="233172"/>
          </a:xfrm>
          <a:prstGeom prst="rect">
            <a:avLst/>
          </a:prstGeom>
          <a:solidFill>
            <a:srgbClr val="14B8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4" name="Google Shape;254;p11"/>
          <p:cNvSpPr/>
          <p:nvPr/>
        </p:nvSpPr>
        <p:spPr>
          <a:xfrm>
            <a:off x="3675888" y="1938528"/>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5" name="Google Shape;255;p11"/>
          <p:cNvSpPr/>
          <p:nvPr/>
        </p:nvSpPr>
        <p:spPr>
          <a:xfrm>
            <a:off x="3936492" y="1938528"/>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6" name="Google Shape;256;p11"/>
          <p:cNvSpPr/>
          <p:nvPr/>
        </p:nvSpPr>
        <p:spPr>
          <a:xfrm>
            <a:off x="4197096" y="1938528"/>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7" name="Google Shape;257;p11"/>
          <p:cNvSpPr/>
          <p:nvPr/>
        </p:nvSpPr>
        <p:spPr>
          <a:xfrm>
            <a:off x="548640" y="2199132"/>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8" name="Google Shape;258;p11"/>
          <p:cNvSpPr/>
          <p:nvPr/>
        </p:nvSpPr>
        <p:spPr>
          <a:xfrm>
            <a:off x="809244" y="2199132"/>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9" name="Google Shape;259;p11"/>
          <p:cNvSpPr/>
          <p:nvPr/>
        </p:nvSpPr>
        <p:spPr>
          <a:xfrm>
            <a:off x="1069848" y="2199132"/>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0" name="Google Shape;260;p11"/>
          <p:cNvSpPr/>
          <p:nvPr/>
        </p:nvSpPr>
        <p:spPr>
          <a:xfrm>
            <a:off x="1330452" y="2199132"/>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1" name="Google Shape;261;p11"/>
          <p:cNvSpPr/>
          <p:nvPr/>
        </p:nvSpPr>
        <p:spPr>
          <a:xfrm>
            <a:off x="1591056" y="2199132"/>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2" name="Google Shape;262;p11"/>
          <p:cNvSpPr/>
          <p:nvPr/>
        </p:nvSpPr>
        <p:spPr>
          <a:xfrm>
            <a:off x="1851660" y="2199132"/>
            <a:ext cx="233172" cy="233172"/>
          </a:xfrm>
          <a:prstGeom prst="rect">
            <a:avLst/>
          </a:prstGeom>
          <a:solidFill>
            <a:srgbClr val="FFD9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3" name="Google Shape;263;p11"/>
          <p:cNvSpPr/>
          <p:nvPr/>
        </p:nvSpPr>
        <p:spPr>
          <a:xfrm>
            <a:off x="2112264" y="2199132"/>
            <a:ext cx="233172" cy="233172"/>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4" name="Google Shape;264;p11"/>
          <p:cNvSpPr/>
          <p:nvPr/>
        </p:nvSpPr>
        <p:spPr>
          <a:xfrm>
            <a:off x="2372868" y="2199132"/>
            <a:ext cx="233172" cy="233172"/>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5" name="Google Shape;265;p11"/>
          <p:cNvSpPr/>
          <p:nvPr/>
        </p:nvSpPr>
        <p:spPr>
          <a:xfrm>
            <a:off x="2633472" y="2199132"/>
            <a:ext cx="233172" cy="233172"/>
          </a:xfrm>
          <a:prstGeom prst="rect">
            <a:avLst/>
          </a:prstGeom>
          <a:solidFill>
            <a:srgbClr val="FFD9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6" name="Google Shape;266;p11"/>
          <p:cNvSpPr/>
          <p:nvPr/>
        </p:nvSpPr>
        <p:spPr>
          <a:xfrm>
            <a:off x="2894076" y="2199132"/>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7" name="Google Shape;267;p11"/>
          <p:cNvSpPr/>
          <p:nvPr/>
        </p:nvSpPr>
        <p:spPr>
          <a:xfrm>
            <a:off x="3154680" y="2199132"/>
            <a:ext cx="233172" cy="233172"/>
          </a:xfrm>
          <a:prstGeom prst="rect">
            <a:avLst/>
          </a:prstGeom>
          <a:solidFill>
            <a:srgbClr val="14B8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8" name="Google Shape;268;p11"/>
          <p:cNvSpPr/>
          <p:nvPr/>
        </p:nvSpPr>
        <p:spPr>
          <a:xfrm>
            <a:off x="3415284" y="2199132"/>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9" name="Google Shape;269;p11"/>
          <p:cNvSpPr/>
          <p:nvPr/>
        </p:nvSpPr>
        <p:spPr>
          <a:xfrm>
            <a:off x="3675888" y="2199132"/>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0" name="Google Shape;270;p11"/>
          <p:cNvSpPr/>
          <p:nvPr/>
        </p:nvSpPr>
        <p:spPr>
          <a:xfrm>
            <a:off x="3936492" y="2199132"/>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1" name="Google Shape;271;p11"/>
          <p:cNvSpPr/>
          <p:nvPr/>
        </p:nvSpPr>
        <p:spPr>
          <a:xfrm>
            <a:off x="4197096" y="2199132"/>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2" name="Google Shape;272;p11"/>
          <p:cNvSpPr/>
          <p:nvPr/>
        </p:nvSpPr>
        <p:spPr>
          <a:xfrm>
            <a:off x="548640" y="2459736"/>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3" name="Google Shape;273;p11"/>
          <p:cNvSpPr/>
          <p:nvPr/>
        </p:nvSpPr>
        <p:spPr>
          <a:xfrm>
            <a:off x="809244" y="2459736"/>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4" name="Google Shape;274;p11"/>
          <p:cNvSpPr/>
          <p:nvPr/>
        </p:nvSpPr>
        <p:spPr>
          <a:xfrm>
            <a:off x="1069848" y="2459736"/>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5" name="Google Shape;275;p11"/>
          <p:cNvSpPr/>
          <p:nvPr/>
        </p:nvSpPr>
        <p:spPr>
          <a:xfrm>
            <a:off x="1330452" y="2459736"/>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6" name="Google Shape;276;p11"/>
          <p:cNvSpPr/>
          <p:nvPr/>
        </p:nvSpPr>
        <p:spPr>
          <a:xfrm>
            <a:off x="1591056" y="2459736"/>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7" name="Google Shape;277;p11"/>
          <p:cNvSpPr/>
          <p:nvPr/>
        </p:nvSpPr>
        <p:spPr>
          <a:xfrm>
            <a:off x="1851660" y="2459736"/>
            <a:ext cx="233172" cy="233172"/>
          </a:xfrm>
          <a:prstGeom prst="rect">
            <a:avLst/>
          </a:prstGeom>
          <a:solidFill>
            <a:srgbClr val="FFD9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8" name="Google Shape;278;p11"/>
          <p:cNvSpPr/>
          <p:nvPr/>
        </p:nvSpPr>
        <p:spPr>
          <a:xfrm>
            <a:off x="2112264" y="2459736"/>
            <a:ext cx="233172" cy="233172"/>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9" name="Google Shape;279;p11"/>
          <p:cNvSpPr/>
          <p:nvPr/>
        </p:nvSpPr>
        <p:spPr>
          <a:xfrm>
            <a:off x="2372868" y="2459736"/>
            <a:ext cx="233172" cy="233172"/>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0" name="Google Shape;280;p11"/>
          <p:cNvSpPr/>
          <p:nvPr/>
        </p:nvSpPr>
        <p:spPr>
          <a:xfrm>
            <a:off x="2633472" y="2459736"/>
            <a:ext cx="233172" cy="233172"/>
          </a:xfrm>
          <a:prstGeom prst="rect">
            <a:avLst/>
          </a:prstGeom>
          <a:solidFill>
            <a:srgbClr val="FFD9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1" name="Google Shape;281;p11"/>
          <p:cNvSpPr/>
          <p:nvPr/>
        </p:nvSpPr>
        <p:spPr>
          <a:xfrm>
            <a:off x="2894076" y="2459736"/>
            <a:ext cx="233172" cy="233172"/>
          </a:xfrm>
          <a:prstGeom prst="rect">
            <a:avLst/>
          </a:prstGeom>
          <a:solidFill>
            <a:srgbClr val="14B8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2" name="Google Shape;282;p11"/>
          <p:cNvSpPr/>
          <p:nvPr/>
        </p:nvSpPr>
        <p:spPr>
          <a:xfrm>
            <a:off x="3154680" y="2459736"/>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3" name="Google Shape;283;p11"/>
          <p:cNvSpPr/>
          <p:nvPr/>
        </p:nvSpPr>
        <p:spPr>
          <a:xfrm>
            <a:off x="3415284" y="2459736"/>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4" name="Google Shape;284;p11"/>
          <p:cNvSpPr/>
          <p:nvPr/>
        </p:nvSpPr>
        <p:spPr>
          <a:xfrm>
            <a:off x="3675888" y="2459736"/>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5" name="Google Shape;285;p11"/>
          <p:cNvSpPr/>
          <p:nvPr/>
        </p:nvSpPr>
        <p:spPr>
          <a:xfrm>
            <a:off x="3936492" y="2459736"/>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6" name="Google Shape;286;p11"/>
          <p:cNvSpPr/>
          <p:nvPr/>
        </p:nvSpPr>
        <p:spPr>
          <a:xfrm>
            <a:off x="4197096" y="2459736"/>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7" name="Google Shape;287;p11"/>
          <p:cNvSpPr/>
          <p:nvPr/>
        </p:nvSpPr>
        <p:spPr>
          <a:xfrm>
            <a:off x="548640" y="2720340"/>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8" name="Google Shape;288;p11"/>
          <p:cNvSpPr/>
          <p:nvPr/>
        </p:nvSpPr>
        <p:spPr>
          <a:xfrm>
            <a:off x="809244" y="2720340"/>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9" name="Google Shape;289;p11"/>
          <p:cNvSpPr/>
          <p:nvPr/>
        </p:nvSpPr>
        <p:spPr>
          <a:xfrm>
            <a:off x="1069848" y="2720340"/>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0" name="Google Shape;290;p11"/>
          <p:cNvSpPr/>
          <p:nvPr/>
        </p:nvSpPr>
        <p:spPr>
          <a:xfrm>
            <a:off x="1330452" y="2720340"/>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1" name="Google Shape;291;p11"/>
          <p:cNvSpPr/>
          <p:nvPr/>
        </p:nvSpPr>
        <p:spPr>
          <a:xfrm>
            <a:off x="1591056" y="2720340"/>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2" name="Google Shape;292;p11"/>
          <p:cNvSpPr/>
          <p:nvPr/>
        </p:nvSpPr>
        <p:spPr>
          <a:xfrm>
            <a:off x="1851660" y="2720340"/>
            <a:ext cx="233172" cy="233172"/>
          </a:xfrm>
          <a:prstGeom prst="rect">
            <a:avLst/>
          </a:prstGeom>
          <a:solidFill>
            <a:srgbClr val="FFD9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3" name="Google Shape;293;p11"/>
          <p:cNvSpPr/>
          <p:nvPr/>
        </p:nvSpPr>
        <p:spPr>
          <a:xfrm>
            <a:off x="2112264" y="2720340"/>
            <a:ext cx="233172" cy="233172"/>
          </a:xfrm>
          <a:prstGeom prst="rect">
            <a:avLst/>
          </a:prstGeom>
          <a:solidFill>
            <a:srgbClr val="FFD9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4" name="Google Shape;294;p11"/>
          <p:cNvSpPr/>
          <p:nvPr/>
        </p:nvSpPr>
        <p:spPr>
          <a:xfrm>
            <a:off x="2372868" y="2720340"/>
            <a:ext cx="233172" cy="233172"/>
          </a:xfrm>
          <a:prstGeom prst="rect">
            <a:avLst/>
          </a:prstGeom>
          <a:solidFill>
            <a:srgbClr val="FFD9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5" name="Google Shape;295;p11"/>
          <p:cNvSpPr/>
          <p:nvPr/>
        </p:nvSpPr>
        <p:spPr>
          <a:xfrm>
            <a:off x="2633472" y="2720340"/>
            <a:ext cx="233172" cy="233172"/>
          </a:xfrm>
          <a:prstGeom prst="rect">
            <a:avLst/>
          </a:prstGeom>
          <a:solidFill>
            <a:srgbClr val="FFD9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6" name="Google Shape;296;p11"/>
          <p:cNvSpPr/>
          <p:nvPr/>
        </p:nvSpPr>
        <p:spPr>
          <a:xfrm>
            <a:off x="2894076" y="2720340"/>
            <a:ext cx="233172" cy="233172"/>
          </a:xfrm>
          <a:prstGeom prst="rect">
            <a:avLst/>
          </a:prstGeom>
          <a:solidFill>
            <a:srgbClr val="14B8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7" name="Google Shape;297;p11"/>
          <p:cNvSpPr/>
          <p:nvPr/>
        </p:nvSpPr>
        <p:spPr>
          <a:xfrm>
            <a:off x="3154680" y="2720340"/>
            <a:ext cx="233172" cy="233172"/>
          </a:xfrm>
          <a:prstGeom prst="rect">
            <a:avLst/>
          </a:prstGeom>
          <a:solidFill>
            <a:srgbClr val="FFD9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8" name="Google Shape;298;p11"/>
          <p:cNvSpPr/>
          <p:nvPr/>
        </p:nvSpPr>
        <p:spPr>
          <a:xfrm>
            <a:off x="3415284" y="2720340"/>
            <a:ext cx="233172" cy="233172"/>
          </a:xfrm>
          <a:prstGeom prst="rect">
            <a:avLst/>
          </a:prstGeom>
          <a:solidFill>
            <a:srgbClr val="FFD9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9" name="Google Shape;299;p11"/>
          <p:cNvSpPr/>
          <p:nvPr/>
        </p:nvSpPr>
        <p:spPr>
          <a:xfrm>
            <a:off x="3675888" y="2720340"/>
            <a:ext cx="233172" cy="233172"/>
          </a:xfrm>
          <a:prstGeom prst="rect">
            <a:avLst/>
          </a:prstGeom>
          <a:solidFill>
            <a:srgbClr val="FFD9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00" name="Google Shape;300;p11"/>
          <p:cNvSpPr/>
          <p:nvPr/>
        </p:nvSpPr>
        <p:spPr>
          <a:xfrm>
            <a:off x="3936492" y="2720340"/>
            <a:ext cx="233172" cy="233172"/>
          </a:xfrm>
          <a:prstGeom prst="rect">
            <a:avLst/>
          </a:prstGeom>
          <a:solidFill>
            <a:srgbClr val="FFD9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01" name="Google Shape;301;p11"/>
          <p:cNvSpPr/>
          <p:nvPr/>
        </p:nvSpPr>
        <p:spPr>
          <a:xfrm>
            <a:off x="4197096" y="2720340"/>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02" name="Google Shape;302;p11"/>
          <p:cNvSpPr/>
          <p:nvPr/>
        </p:nvSpPr>
        <p:spPr>
          <a:xfrm>
            <a:off x="548640" y="2980944"/>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03" name="Google Shape;303;p11"/>
          <p:cNvSpPr/>
          <p:nvPr/>
        </p:nvSpPr>
        <p:spPr>
          <a:xfrm>
            <a:off x="809244" y="2980944"/>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04" name="Google Shape;304;p11"/>
          <p:cNvSpPr/>
          <p:nvPr/>
        </p:nvSpPr>
        <p:spPr>
          <a:xfrm>
            <a:off x="1069848" y="2980944"/>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05" name="Google Shape;305;p11"/>
          <p:cNvSpPr/>
          <p:nvPr/>
        </p:nvSpPr>
        <p:spPr>
          <a:xfrm>
            <a:off x="1330452" y="2980944"/>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06" name="Google Shape;306;p11"/>
          <p:cNvSpPr/>
          <p:nvPr/>
        </p:nvSpPr>
        <p:spPr>
          <a:xfrm>
            <a:off x="1591056" y="2980944"/>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07" name="Google Shape;307;p11"/>
          <p:cNvSpPr/>
          <p:nvPr/>
        </p:nvSpPr>
        <p:spPr>
          <a:xfrm>
            <a:off x="1851660" y="2980944"/>
            <a:ext cx="233172" cy="233172"/>
          </a:xfrm>
          <a:prstGeom prst="rect">
            <a:avLst/>
          </a:prstGeom>
          <a:solidFill>
            <a:srgbClr val="14B8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08" name="Google Shape;308;p11"/>
          <p:cNvSpPr/>
          <p:nvPr/>
        </p:nvSpPr>
        <p:spPr>
          <a:xfrm>
            <a:off x="2112264" y="2980944"/>
            <a:ext cx="233172" cy="233172"/>
          </a:xfrm>
          <a:prstGeom prst="rect">
            <a:avLst/>
          </a:prstGeom>
          <a:solidFill>
            <a:srgbClr val="14B8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09" name="Google Shape;309;p11"/>
          <p:cNvSpPr/>
          <p:nvPr/>
        </p:nvSpPr>
        <p:spPr>
          <a:xfrm>
            <a:off x="2372868" y="2980944"/>
            <a:ext cx="233172" cy="233172"/>
          </a:xfrm>
          <a:prstGeom prst="rect">
            <a:avLst/>
          </a:prstGeom>
          <a:solidFill>
            <a:srgbClr val="14B8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0" name="Google Shape;310;p11"/>
          <p:cNvSpPr/>
          <p:nvPr/>
        </p:nvSpPr>
        <p:spPr>
          <a:xfrm>
            <a:off x="2633472" y="2980944"/>
            <a:ext cx="233172" cy="233172"/>
          </a:xfrm>
          <a:prstGeom prst="rect">
            <a:avLst/>
          </a:prstGeom>
          <a:solidFill>
            <a:srgbClr val="14B8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1" name="Google Shape;311;p11"/>
          <p:cNvSpPr/>
          <p:nvPr/>
        </p:nvSpPr>
        <p:spPr>
          <a:xfrm>
            <a:off x="2894076" y="2980944"/>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2" name="Google Shape;312;p11"/>
          <p:cNvSpPr/>
          <p:nvPr/>
        </p:nvSpPr>
        <p:spPr>
          <a:xfrm>
            <a:off x="3154680" y="2980944"/>
            <a:ext cx="233172" cy="233172"/>
          </a:xfrm>
          <a:prstGeom prst="rect">
            <a:avLst/>
          </a:prstGeom>
          <a:solidFill>
            <a:srgbClr val="FFD9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3" name="Google Shape;313;p11"/>
          <p:cNvSpPr/>
          <p:nvPr/>
        </p:nvSpPr>
        <p:spPr>
          <a:xfrm>
            <a:off x="3415284" y="2980944"/>
            <a:ext cx="233172" cy="233172"/>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4" name="Google Shape;314;p11"/>
          <p:cNvSpPr/>
          <p:nvPr/>
        </p:nvSpPr>
        <p:spPr>
          <a:xfrm>
            <a:off x="3675888" y="2980944"/>
            <a:ext cx="233172" cy="233172"/>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5" name="Google Shape;315;p11"/>
          <p:cNvSpPr/>
          <p:nvPr/>
        </p:nvSpPr>
        <p:spPr>
          <a:xfrm>
            <a:off x="3936492" y="2980944"/>
            <a:ext cx="233172" cy="233172"/>
          </a:xfrm>
          <a:prstGeom prst="rect">
            <a:avLst/>
          </a:prstGeom>
          <a:solidFill>
            <a:srgbClr val="FFD9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6" name="Google Shape;316;p11"/>
          <p:cNvSpPr/>
          <p:nvPr/>
        </p:nvSpPr>
        <p:spPr>
          <a:xfrm>
            <a:off x="4197096" y="2980944"/>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7" name="Google Shape;317;p11"/>
          <p:cNvSpPr/>
          <p:nvPr/>
        </p:nvSpPr>
        <p:spPr>
          <a:xfrm>
            <a:off x="548640" y="3241548"/>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8" name="Google Shape;318;p11"/>
          <p:cNvSpPr/>
          <p:nvPr/>
        </p:nvSpPr>
        <p:spPr>
          <a:xfrm>
            <a:off x="809244" y="3241548"/>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9" name="Google Shape;319;p11"/>
          <p:cNvSpPr/>
          <p:nvPr/>
        </p:nvSpPr>
        <p:spPr>
          <a:xfrm>
            <a:off x="1069848" y="3241548"/>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0" name="Google Shape;320;p11"/>
          <p:cNvSpPr/>
          <p:nvPr/>
        </p:nvSpPr>
        <p:spPr>
          <a:xfrm>
            <a:off x="1330452" y="3241548"/>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1" name="Google Shape;321;p11"/>
          <p:cNvSpPr/>
          <p:nvPr/>
        </p:nvSpPr>
        <p:spPr>
          <a:xfrm>
            <a:off x="1591056" y="3241548"/>
            <a:ext cx="233172" cy="233172"/>
          </a:xfrm>
          <a:prstGeom prst="rect">
            <a:avLst/>
          </a:prstGeom>
          <a:solidFill>
            <a:srgbClr val="14B8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2" name="Google Shape;322;p11"/>
          <p:cNvSpPr/>
          <p:nvPr/>
        </p:nvSpPr>
        <p:spPr>
          <a:xfrm>
            <a:off x="1851660" y="3241548"/>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3" name="Google Shape;323;p11"/>
          <p:cNvSpPr/>
          <p:nvPr/>
        </p:nvSpPr>
        <p:spPr>
          <a:xfrm>
            <a:off x="2112264" y="3241548"/>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4" name="Google Shape;324;p11"/>
          <p:cNvSpPr/>
          <p:nvPr/>
        </p:nvSpPr>
        <p:spPr>
          <a:xfrm>
            <a:off x="2372868" y="3241548"/>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5" name="Google Shape;325;p11"/>
          <p:cNvSpPr/>
          <p:nvPr/>
        </p:nvSpPr>
        <p:spPr>
          <a:xfrm>
            <a:off x="2633472" y="3241548"/>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6" name="Google Shape;326;p11"/>
          <p:cNvSpPr/>
          <p:nvPr/>
        </p:nvSpPr>
        <p:spPr>
          <a:xfrm>
            <a:off x="2894076" y="3241548"/>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7" name="Google Shape;327;p11"/>
          <p:cNvSpPr/>
          <p:nvPr/>
        </p:nvSpPr>
        <p:spPr>
          <a:xfrm>
            <a:off x="3154680" y="3241548"/>
            <a:ext cx="233172" cy="233172"/>
          </a:xfrm>
          <a:prstGeom prst="rect">
            <a:avLst/>
          </a:prstGeom>
          <a:solidFill>
            <a:srgbClr val="FFD9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8" name="Google Shape;328;p11"/>
          <p:cNvSpPr/>
          <p:nvPr/>
        </p:nvSpPr>
        <p:spPr>
          <a:xfrm>
            <a:off x="3415284" y="3241548"/>
            <a:ext cx="233172" cy="233172"/>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9" name="Google Shape;329;p11"/>
          <p:cNvSpPr/>
          <p:nvPr/>
        </p:nvSpPr>
        <p:spPr>
          <a:xfrm>
            <a:off x="3675888" y="3241548"/>
            <a:ext cx="233172" cy="233172"/>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0" name="Google Shape;330;p11"/>
          <p:cNvSpPr/>
          <p:nvPr/>
        </p:nvSpPr>
        <p:spPr>
          <a:xfrm>
            <a:off x="3936492" y="3241548"/>
            <a:ext cx="233172" cy="233172"/>
          </a:xfrm>
          <a:prstGeom prst="rect">
            <a:avLst/>
          </a:prstGeom>
          <a:solidFill>
            <a:srgbClr val="FFD9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1" name="Google Shape;331;p11"/>
          <p:cNvSpPr/>
          <p:nvPr/>
        </p:nvSpPr>
        <p:spPr>
          <a:xfrm>
            <a:off x="4197096" y="3241548"/>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2" name="Google Shape;332;p11"/>
          <p:cNvSpPr/>
          <p:nvPr/>
        </p:nvSpPr>
        <p:spPr>
          <a:xfrm>
            <a:off x="548640" y="3502152"/>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3" name="Google Shape;333;p11"/>
          <p:cNvSpPr/>
          <p:nvPr/>
        </p:nvSpPr>
        <p:spPr>
          <a:xfrm>
            <a:off x="809244" y="3502152"/>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4" name="Google Shape;334;p11"/>
          <p:cNvSpPr/>
          <p:nvPr/>
        </p:nvSpPr>
        <p:spPr>
          <a:xfrm>
            <a:off x="1069848" y="3502152"/>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5" name="Google Shape;335;p11"/>
          <p:cNvSpPr/>
          <p:nvPr/>
        </p:nvSpPr>
        <p:spPr>
          <a:xfrm>
            <a:off x="1330452" y="3502152"/>
            <a:ext cx="233172" cy="233172"/>
          </a:xfrm>
          <a:prstGeom prst="rect">
            <a:avLst/>
          </a:prstGeom>
          <a:solidFill>
            <a:srgbClr val="14B8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6" name="Google Shape;336;p11"/>
          <p:cNvSpPr/>
          <p:nvPr/>
        </p:nvSpPr>
        <p:spPr>
          <a:xfrm>
            <a:off x="1591056" y="3502152"/>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7" name="Google Shape;337;p11"/>
          <p:cNvSpPr/>
          <p:nvPr/>
        </p:nvSpPr>
        <p:spPr>
          <a:xfrm>
            <a:off x="1851660" y="3502152"/>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8" name="Google Shape;338;p11"/>
          <p:cNvSpPr/>
          <p:nvPr/>
        </p:nvSpPr>
        <p:spPr>
          <a:xfrm>
            <a:off x="2112264" y="3502152"/>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9" name="Google Shape;339;p11"/>
          <p:cNvSpPr/>
          <p:nvPr/>
        </p:nvSpPr>
        <p:spPr>
          <a:xfrm>
            <a:off x="2372868" y="3502152"/>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40" name="Google Shape;340;p11"/>
          <p:cNvSpPr/>
          <p:nvPr/>
        </p:nvSpPr>
        <p:spPr>
          <a:xfrm>
            <a:off x="2633472" y="3502152"/>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41" name="Google Shape;341;p11"/>
          <p:cNvSpPr/>
          <p:nvPr/>
        </p:nvSpPr>
        <p:spPr>
          <a:xfrm>
            <a:off x="2894076" y="3502152"/>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42" name="Google Shape;342;p11"/>
          <p:cNvSpPr/>
          <p:nvPr/>
        </p:nvSpPr>
        <p:spPr>
          <a:xfrm>
            <a:off x="3154680" y="3502152"/>
            <a:ext cx="233172" cy="233172"/>
          </a:xfrm>
          <a:prstGeom prst="rect">
            <a:avLst/>
          </a:prstGeom>
          <a:solidFill>
            <a:srgbClr val="FFD9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43" name="Google Shape;343;p11"/>
          <p:cNvSpPr/>
          <p:nvPr/>
        </p:nvSpPr>
        <p:spPr>
          <a:xfrm>
            <a:off x="3415284" y="3502152"/>
            <a:ext cx="233172" cy="233172"/>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44" name="Google Shape;344;p11"/>
          <p:cNvSpPr/>
          <p:nvPr/>
        </p:nvSpPr>
        <p:spPr>
          <a:xfrm>
            <a:off x="3675888" y="3502152"/>
            <a:ext cx="233172" cy="233172"/>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45" name="Google Shape;345;p11"/>
          <p:cNvSpPr/>
          <p:nvPr/>
        </p:nvSpPr>
        <p:spPr>
          <a:xfrm>
            <a:off x="3936492" y="3502152"/>
            <a:ext cx="233172" cy="233172"/>
          </a:xfrm>
          <a:prstGeom prst="rect">
            <a:avLst/>
          </a:prstGeom>
          <a:solidFill>
            <a:srgbClr val="FFD9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46" name="Google Shape;346;p11"/>
          <p:cNvSpPr/>
          <p:nvPr/>
        </p:nvSpPr>
        <p:spPr>
          <a:xfrm>
            <a:off x="4197096" y="3502152"/>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47" name="Google Shape;347;p11"/>
          <p:cNvSpPr/>
          <p:nvPr/>
        </p:nvSpPr>
        <p:spPr>
          <a:xfrm>
            <a:off x="548640" y="3762756"/>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48" name="Google Shape;348;p11"/>
          <p:cNvSpPr/>
          <p:nvPr/>
        </p:nvSpPr>
        <p:spPr>
          <a:xfrm>
            <a:off x="809244" y="3762756"/>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49" name="Google Shape;349;p11"/>
          <p:cNvSpPr/>
          <p:nvPr/>
        </p:nvSpPr>
        <p:spPr>
          <a:xfrm>
            <a:off x="1069848" y="3762756"/>
            <a:ext cx="233172" cy="233172"/>
          </a:xfrm>
          <a:prstGeom prst="rect">
            <a:avLst/>
          </a:prstGeom>
          <a:solidFill>
            <a:srgbClr val="14B8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50" name="Google Shape;350;p11"/>
          <p:cNvSpPr/>
          <p:nvPr/>
        </p:nvSpPr>
        <p:spPr>
          <a:xfrm>
            <a:off x="1330452" y="3762756"/>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51" name="Google Shape;351;p11"/>
          <p:cNvSpPr/>
          <p:nvPr/>
        </p:nvSpPr>
        <p:spPr>
          <a:xfrm>
            <a:off x="1591056" y="3762756"/>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52" name="Google Shape;352;p11"/>
          <p:cNvSpPr/>
          <p:nvPr/>
        </p:nvSpPr>
        <p:spPr>
          <a:xfrm>
            <a:off x="1851660" y="3762756"/>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53" name="Google Shape;353;p11"/>
          <p:cNvSpPr/>
          <p:nvPr/>
        </p:nvSpPr>
        <p:spPr>
          <a:xfrm>
            <a:off x="2112264" y="3762756"/>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54" name="Google Shape;354;p11"/>
          <p:cNvSpPr/>
          <p:nvPr/>
        </p:nvSpPr>
        <p:spPr>
          <a:xfrm>
            <a:off x="2372868" y="3762756"/>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55" name="Google Shape;355;p11"/>
          <p:cNvSpPr/>
          <p:nvPr/>
        </p:nvSpPr>
        <p:spPr>
          <a:xfrm>
            <a:off x="2633472" y="3762756"/>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56" name="Google Shape;356;p11"/>
          <p:cNvSpPr/>
          <p:nvPr/>
        </p:nvSpPr>
        <p:spPr>
          <a:xfrm>
            <a:off x="2894076" y="3762756"/>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57" name="Google Shape;357;p11"/>
          <p:cNvSpPr/>
          <p:nvPr/>
        </p:nvSpPr>
        <p:spPr>
          <a:xfrm>
            <a:off x="3154680" y="3762756"/>
            <a:ext cx="233172" cy="233172"/>
          </a:xfrm>
          <a:prstGeom prst="rect">
            <a:avLst/>
          </a:prstGeom>
          <a:solidFill>
            <a:srgbClr val="FFD9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58" name="Google Shape;358;p11"/>
          <p:cNvSpPr/>
          <p:nvPr/>
        </p:nvSpPr>
        <p:spPr>
          <a:xfrm>
            <a:off x="3415284" y="3762756"/>
            <a:ext cx="233172" cy="233172"/>
          </a:xfrm>
          <a:prstGeom prst="rect">
            <a:avLst/>
          </a:prstGeom>
          <a:solidFill>
            <a:srgbClr val="FFD9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59" name="Google Shape;359;p11"/>
          <p:cNvSpPr/>
          <p:nvPr/>
        </p:nvSpPr>
        <p:spPr>
          <a:xfrm>
            <a:off x="3675888" y="3762756"/>
            <a:ext cx="233172" cy="233172"/>
          </a:xfrm>
          <a:prstGeom prst="rect">
            <a:avLst/>
          </a:prstGeom>
          <a:solidFill>
            <a:srgbClr val="FFD9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60" name="Google Shape;360;p11"/>
          <p:cNvSpPr/>
          <p:nvPr/>
        </p:nvSpPr>
        <p:spPr>
          <a:xfrm>
            <a:off x="3936492" y="3762756"/>
            <a:ext cx="233172" cy="233172"/>
          </a:xfrm>
          <a:prstGeom prst="rect">
            <a:avLst/>
          </a:prstGeom>
          <a:solidFill>
            <a:srgbClr val="FFD9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61" name="Google Shape;361;p11"/>
          <p:cNvSpPr/>
          <p:nvPr/>
        </p:nvSpPr>
        <p:spPr>
          <a:xfrm>
            <a:off x="4197096" y="3762756"/>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62" name="Google Shape;362;p11"/>
          <p:cNvSpPr/>
          <p:nvPr/>
        </p:nvSpPr>
        <p:spPr>
          <a:xfrm>
            <a:off x="548640" y="4023360"/>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63" name="Google Shape;363;p11"/>
          <p:cNvSpPr/>
          <p:nvPr/>
        </p:nvSpPr>
        <p:spPr>
          <a:xfrm>
            <a:off x="809244" y="4023360"/>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64" name="Google Shape;364;p11"/>
          <p:cNvSpPr/>
          <p:nvPr/>
        </p:nvSpPr>
        <p:spPr>
          <a:xfrm>
            <a:off x="1069848" y="4023360"/>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65" name="Google Shape;365;p11"/>
          <p:cNvSpPr/>
          <p:nvPr/>
        </p:nvSpPr>
        <p:spPr>
          <a:xfrm>
            <a:off x="1330452" y="4023360"/>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66" name="Google Shape;366;p11"/>
          <p:cNvSpPr/>
          <p:nvPr/>
        </p:nvSpPr>
        <p:spPr>
          <a:xfrm>
            <a:off x="1591056" y="4023360"/>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67" name="Google Shape;367;p11"/>
          <p:cNvSpPr/>
          <p:nvPr/>
        </p:nvSpPr>
        <p:spPr>
          <a:xfrm>
            <a:off x="1851660" y="4023360"/>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68" name="Google Shape;368;p11"/>
          <p:cNvSpPr/>
          <p:nvPr/>
        </p:nvSpPr>
        <p:spPr>
          <a:xfrm>
            <a:off x="2112264" y="4023360"/>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69" name="Google Shape;369;p11"/>
          <p:cNvSpPr/>
          <p:nvPr/>
        </p:nvSpPr>
        <p:spPr>
          <a:xfrm>
            <a:off x="2372868" y="4023360"/>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70" name="Google Shape;370;p11"/>
          <p:cNvSpPr/>
          <p:nvPr/>
        </p:nvSpPr>
        <p:spPr>
          <a:xfrm>
            <a:off x="2633472" y="4023360"/>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71" name="Google Shape;371;p11"/>
          <p:cNvSpPr/>
          <p:nvPr/>
        </p:nvSpPr>
        <p:spPr>
          <a:xfrm>
            <a:off x="2894076" y="4023360"/>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72" name="Google Shape;372;p11"/>
          <p:cNvSpPr/>
          <p:nvPr/>
        </p:nvSpPr>
        <p:spPr>
          <a:xfrm>
            <a:off x="3154680" y="4023360"/>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73" name="Google Shape;373;p11"/>
          <p:cNvSpPr/>
          <p:nvPr/>
        </p:nvSpPr>
        <p:spPr>
          <a:xfrm>
            <a:off x="3415284" y="4023360"/>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74" name="Google Shape;374;p11"/>
          <p:cNvSpPr/>
          <p:nvPr/>
        </p:nvSpPr>
        <p:spPr>
          <a:xfrm>
            <a:off x="3675888" y="4023360"/>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75" name="Google Shape;375;p11"/>
          <p:cNvSpPr/>
          <p:nvPr/>
        </p:nvSpPr>
        <p:spPr>
          <a:xfrm>
            <a:off x="3936492" y="4023360"/>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76" name="Google Shape;376;p11"/>
          <p:cNvSpPr/>
          <p:nvPr/>
        </p:nvSpPr>
        <p:spPr>
          <a:xfrm>
            <a:off x="4197096" y="4023360"/>
            <a:ext cx="233172" cy="233172"/>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77" name="Google Shape;377;p11"/>
          <p:cNvSpPr/>
          <p:nvPr/>
        </p:nvSpPr>
        <p:spPr>
          <a:xfrm>
            <a:off x="781812" y="3735324"/>
            <a:ext cx="288036" cy="288036"/>
          </a:xfrm>
          <a:prstGeom prst="roundRect">
            <a:avLst>
              <a:gd fmla="val 12698" name="adj"/>
            </a:avLst>
          </a:prstGeom>
          <a:solidFill>
            <a:srgbClr val="FF5A1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78" name="Google Shape;378;p11"/>
          <p:cNvSpPr/>
          <p:nvPr/>
        </p:nvSpPr>
        <p:spPr>
          <a:xfrm>
            <a:off x="3657600" y="1659636"/>
            <a:ext cx="269748" cy="269748"/>
          </a:xfrm>
          <a:prstGeom prst="ellipse">
            <a:avLst/>
          </a:prstGeom>
          <a:solidFill>
            <a:schemeClr val="lt1"/>
          </a:solidFill>
          <a:ln cap="flat" cmpd="sng" w="31750">
            <a:solidFill>
              <a:srgbClr val="14B8A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cxnSp>
        <p:nvCxnSpPr>
          <p:cNvPr id="379" name="Google Shape;379;p11"/>
          <p:cNvCxnSpPr/>
          <p:nvPr/>
        </p:nvCxnSpPr>
        <p:spPr>
          <a:xfrm flipH="1" rot="10800000">
            <a:off x="1030757" y="2707310"/>
            <a:ext cx="1068476" cy="1055446"/>
          </a:xfrm>
          <a:prstGeom prst="straightConnector1">
            <a:avLst/>
          </a:prstGeom>
          <a:noFill/>
          <a:ln cap="flat" cmpd="sng" w="25400">
            <a:solidFill>
              <a:srgbClr val="FFB020"/>
            </a:solidFill>
            <a:prstDash val="dash"/>
            <a:round/>
            <a:headEnd len="sm" w="sm" type="none"/>
            <a:tailEnd len="sm" w="sm" type="none"/>
          </a:ln>
        </p:spPr>
      </p:cxnSp>
      <p:sp>
        <p:nvSpPr>
          <p:cNvPr id="380" name="Google Shape;380;p11"/>
          <p:cNvSpPr/>
          <p:nvPr/>
        </p:nvSpPr>
        <p:spPr>
          <a:xfrm>
            <a:off x="548640" y="4370832"/>
            <a:ext cx="146304" cy="146304"/>
          </a:xfrm>
          <a:prstGeom prst="rect">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81" name="Google Shape;381;p11"/>
          <p:cNvSpPr txBox="1"/>
          <p:nvPr/>
        </p:nvSpPr>
        <p:spPr>
          <a:xfrm>
            <a:off x="749808" y="4315968"/>
            <a:ext cx="11430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573"/>
              </a:buClr>
              <a:buSzPts val="1000"/>
              <a:buFont typeface="Calibri"/>
              <a:buNone/>
            </a:pPr>
            <a:r>
              <a:rPr b="0" i="0" lang="en-US" spc="0" sz="1000" u="none" cap="none" strike="noStrike">
                <a:solidFill>
                  <a:srgbClr val="5B6573"/>
                </a:solidFill>
                <a:latin typeface="Calibri"/>
                <a:ea typeface="Calibri"/>
                <a:cs typeface="Calibri"/>
                <a:sym typeface="Calibri"/>
              </a:rPr>
              <a:t>obstacle (sonar)</a:t>
            </a:r>
            <a:endParaRPr b="0" i="0" spc="0" sz="1000" u="none" cap="none" strike="noStrike">
              <a:solidFill>
                <a:schemeClr val="dk1"/>
              </a:solidFill>
              <a:latin typeface="Calibri"/>
              <a:ea typeface="Calibri"/>
              <a:cs typeface="Calibri"/>
              <a:sym typeface="Calibri"/>
            </a:endParaRPr>
          </a:p>
        </p:txBody>
      </p:sp>
      <p:sp>
        <p:nvSpPr>
          <p:cNvPr id="382" name="Google Shape;382;p11"/>
          <p:cNvSpPr/>
          <p:nvPr/>
        </p:nvSpPr>
        <p:spPr>
          <a:xfrm>
            <a:off x="1901952" y="4370832"/>
            <a:ext cx="146304" cy="146304"/>
          </a:xfrm>
          <a:prstGeom prst="rect">
            <a:avLst/>
          </a:prstGeom>
          <a:solidFill>
            <a:srgbClr val="FFD9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83" name="Google Shape;383;p11"/>
          <p:cNvSpPr txBox="1"/>
          <p:nvPr/>
        </p:nvSpPr>
        <p:spPr>
          <a:xfrm>
            <a:off x="2103120" y="4315968"/>
            <a:ext cx="11430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573"/>
              </a:buClr>
              <a:buSzPts val="1000"/>
              <a:buFont typeface="Calibri"/>
              <a:buNone/>
            </a:pPr>
            <a:r>
              <a:rPr b="0" i="0" lang="en-US" spc="0" sz="1000" u="none" cap="none" strike="noStrike">
                <a:solidFill>
                  <a:srgbClr val="5B6573"/>
                </a:solidFill>
                <a:latin typeface="Calibri"/>
                <a:ea typeface="Calibri"/>
                <a:cs typeface="Calibri"/>
                <a:sym typeface="Calibri"/>
              </a:rPr>
              <a:t>+ robot radius</a:t>
            </a:r>
            <a:endParaRPr b="0" i="0" spc="0" sz="1000" u="none" cap="none" strike="noStrike">
              <a:solidFill>
                <a:schemeClr val="dk1"/>
              </a:solidFill>
              <a:latin typeface="Calibri"/>
              <a:ea typeface="Calibri"/>
              <a:cs typeface="Calibri"/>
              <a:sym typeface="Calibri"/>
            </a:endParaRPr>
          </a:p>
        </p:txBody>
      </p:sp>
      <p:sp>
        <p:nvSpPr>
          <p:cNvPr id="384" name="Google Shape;384;p11"/>
          <p:cNvSpPr/>
          <p:nvPr/>
        </p:nvSpPr>
        <p:spPr>
          <a:xfrm>
            <a:off x="3255264" y="4370832"/>
            <a:ext cx="146304" cy="146304"/>
          </a:xfrm>
          <a:prstGeom prst="rect">
            <a:avLst/>
          </a:prstGeom>
          <a:solidFill>
            <a:srgbClr val="14B8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85" name="Google Shape;385;p11"/>
          <p:cNvSpPr txBox="1"/>
          <p:nvPr/>
        </p:nvSpPr>
        <p:spPr>
          <a:xfrm>
            <a:off x="3456432" y="4315968"/>
            <a:ext cx="11430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573"/>
              </a:buClr>
              <a:buSzPts val="1000"/>
              <a:buFont typeface="Calibri"/>
              <a:buNone/>
            </a:pPr>
            <a:r>
              <a:rPr b="0" i="0" lang="en-US" spc="0" sz="1000" u="none" cap="none" strike="noStrike">
                <a:solidFill>
                  <a:srgbClr val="5B6573"/>
                </a:solidFill>
                <a:latin typeface="Calibri"/>
                <a:ea typeface="Calibri"/>
                <a:cs typeface="Calibri"/>
                <a:sym typeface="Calibri"/>
              </a:rPr>
              <a:t>A* path</a:t>
            </a:r>
            <a:endParaRPr b="0" i="0" spc="0" sz="1000" u="none" cap="none" strike="noStrike">
              <a:solidFill>
                <a:schemeClr val="dk1"/>
              </a:solidFill>
              <a:latin typeface="Calibri"/>
              <a:ea typeface="Calibri"/>
              <a:cs typeface="Calibri"/>
              <a:sym typeface="Calibri"/>
            </a:endParaRPr>
          </a:p>
        </p:txBody>
      </p:sp>
      <p:sp>
        <p:nvSpPr>
          <p:cNvPr id="386" name="Google Shape;386;p11"/>
          <p:cNvSpPr txBox="1"/>
          <p:nvPr/>
        </p:nvSpPr>
        <p:spPr>
          <a:xfrm>
            <a:off x="4754880" y="1371600"/>
            <a:ext cx="502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5A1F"/>
              </a:buClr>
              <a:buSzPts val="2000"/>
              <a:buFont typeface="Courier New"/>
              <a:buNone/>
            </a:pPr>
            <a:r>
              <a:rPr b="1" i="0" lang="en-US" spc="0" sz="2000" u="none" cap="none" strike="noStrike">
                <a:solidFill>
                  <a:srgbClr val="FF5A1F"/>
                </a:solidFill>
                <a:latin typeface="Courier New"/>
                <a:ea typeface="Courier New"/>
                <a:cs typeface="Courier New"/>
                <a:sym typeface="Courier New"/>
              </a:rPr>
              <a:t>01</a:t>
            </a:r>
            <a:endParaRPr b="0" i="0" spc="0" sz="2000" u="none" cap="none" strike="noStrike">
              <a:solidFill>
                <a:schemeClr val="dk1"/>
              </a:solidFill>
              <a:latin typeface="Calibri"/>
              <a:ea typeface="Calibri"/>
              <a:cs typeface="Calibri"/>
              <a:sym typeface="Calibri"/>
            </a:endParaRPr>
          </a:p>
        </p:txBody>
      </p:sp>
      <p:sp>
        <p:nvSpPr>
          <p:cNvPr id="387" name="Google Shape;387;p11"/>
          <p:cNvSpPr txBox="1"/>
          <p:nvPr/>
        </p:nvSpPr>
        <p:spPr>
          <a:xfrm>
            <a:off x="5303520" y="1371600"/>
            <a:ext cx="32918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500"/>
              <a:buFont typeface="Calibri"/>
              <a:buNone/>
            </a:pPr>
            <a:r>
              <a:rPr b="1" i="0" lang="en-US" spc="0" sz="1500" u="none" cap="none" strike="noStrike">
                <a:solidFill>
                  <a:schemeClr val="dk1"/>
                </a:solidFill>
                <a:latin typeface="Calibri"/>
                <a:ea typeface="Calibri"/>
                <a:cs typeface="Calibri"/>
                <a:sym typeface="Calibri"/>
              </a:rPr>
              <a:t>Localize</a:t>
            </a:r>
            <a:endParaRPr b="0" i="0" spc="0" sz="1500" u="none" cap="none" strike="noStrike">
              <a:solidFill>
                <a:schemeClr val="dk1"/>
              </a:solidFill>
              <a:latin typeface="Calibri"/>
              <a:ea typeface="Calibri"/>
              <a:cs typeface="Calibri"/>
              <a:sym typeface="Calibri"/>
            </a:endParaRPr>
          </a:p>
        </p:txBody>
      </p:sp>
      <p:sp>
        <p:nvSpPr>
          <p:cNvPr id="388" name="Google Shape;388;p11"/>
          <p:cNvSpPr txBox="1"/>
          <p:nvPr/>
        </p:nvSpPr>
        <p:spPr>
          <a:xfrm>
            <a:off x="5303520" y="1645920"/>
            <a:ext cx="32918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B6573"/>
              </a:buClr>
              <a:buSzPts val="1100"/>
              <a:buFont typeface="Calibri"/>
              <a:buNone/>
            </a:pPr>
            <a:r>
              <a:rPr b="0" i="0" lang="en-US" spc="0" sz="1100" u="none" cap="none" strike="noStrike">
                <a:solidFill>
                  <a:srgbClr val="5B6573"/>
                </a:solidFill>
                <a:latin typeface="Calibri"/>
                <a:ea typeface="Calibri"/>
                <a:cs typeface="Calibri"/>
                <a:sym typeface="Calibri"/>
              </a:rPr>
              <a:t>4 corner markers → homography → rover position in cm, heading within a few degrees.</a:t>
            </a:r>
            <a:endParaRPr b="0" i="0" spc="0" sz="1100" u="none" cap="none" strike="noStrike">
              <a:solidFill>
                <a:schemeClr val="dk1"/>
              </a:solidFill>
              <a:latin typeface="Calibri"/>
              <a:ea typeface="Calibri"/>
              <a:cs typeface="Calibri"/>
              <a:sym typeface="Calibri"/>
            </a:endParaRPr>
          </a:p>
        </p:txBody>
      </p:sp>
      <p:sp>
        <p:nvSpPr>
          <p:cNvPr id="389" name="Google Shape;389;p11"/>
          <p:cNvSpPr txBox="1"/>
          <p:nvPr/>
        </p:nvSpPr>
        <p:spPr>
          <a:xfrm>
            <a:off x="4754880" y="2148840"/>
            <a:ext cx="502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5A1F"/>
              </a:buClr>
              <a:buSzPts val="2000"/>
              <a:buFont typeface="Courier New"/>
              <a:buNone/>
            </a:pPr>
            <a:r>
              <a:rPr b="1" i="0" lang="en-US" spc="0" sz="2000" u="none" cap="none" strike="noStrike">
                <a:solidFill>
                  <a:srgbClr val="FF5A1F"/>
                </a:solidFill>
                <a:latin typeface="Courier New"/>
                <a:ea typeface="Courier New"/>
                <a:cs typeface="Courier New"/>
                <a:sym typeface="Courier New"/>
              </a:rPr>
              <a:t>02</a:t>
            </a:r>
            <a:endParaRPr b="0" i="0" spc="0" sz="2000" u="none" cap="none" strike="noStrike">
              <a:solidFill>
                <a:schemeClr val="dk1"/>
              </a:solidFill>
              <a:latin typeface="Calibri"/>
              <a:ea typeface="Calibri"/>
              <a:cs typeface="Calibri"/>
              <a:sym typeface="Calibri"/>
            </a:endParaRPr>
          </a:p>
        </p:txBody>
      </p:sp>
      <p:sp>
        <p:nvSpPr>
          <p:cNvPr id="390" name="Google Shape;390;p11"/>
          <p:cNvSpPr txBox="1"/>
          <p:nvPr/>
        </p:nvSpPr>
        <p:spPr>
          <a:xfrm>
            <a:off x="5303520" y="2148840"/>
            <a:ext cx="32918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500"/>
              <a:buFont typeface="Calibri"/>
              <a:buNone/>
            </a:pPr>
            <a:r>
              <a:rPr b="1" i="0" lang="en-US" spc="0" sz="1500" u="none" cap="none" strike="noStrike">
                <a:solidFill>
                  <a:schemeClr val="dk1"/>
                </a:solidFill>
                <a:latin typeface="Calibri"/>
                <a:ea typeface="Calibri"/>
                <a:cs typeface="Calibri"/>
                <a:sym typeface="Calibri"/>
              </a:rPr>
              <a:t>Map</a:t>
            </a:r>
            <a:endParaRPr b="0" i="0" spc="0" sz="1500" u="none" cap="none" strike="noStrike">
              <a:solidFill>
                <a:schemeClr val="dk1"/>
              </a:solidFill>
              <a:latin typeface="Calibri"/>
              <a:ea typeface="Calibri"/>
              <a:cs typeface="Calibri"/>
              <a:sym typeface="Calibri"/>
            </a:endParaRPr>
          </a:p>
        </p:txBody>
      </p:sp>
      <p:sp>
        <p:nvSpPr>
          <p:cNvPr id="391" name="Google Shape;391;p11"/>
          <p:cNvSpPr txBox="1"/>
          <p:nvPr/>
        </p:nvSpPr>
        <p:spPr>
          <a:xfrm>
            <a:off x="5303520" y="2423160"/>
            <a:ext cx="32918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B6573"/>
              </a:buClr>
              <a:buSzPts val="1100"/>
              <a:buFont typeface="Calibri"/>
              <a:buNone/>
            </a:pPr>
            <a:r>
              <a:rPr b="0" i="0" lang="en-US" spc="0" sz="1100" u="none" cap="none" strike="noStrike">
                <a:solidFill>
                  <a:srgbClr val="5B6573"/>
                </a:solidFill>
                <a:latin typeface="Calibri"/>
                <a:ea typeface="Calibri"/>
                <a:cs typeface="Calibri"/>
                <a:sym typeface="Calibri"/>
              </a:rPr>
              <a:t>Every echo lands at its true floor position. 3 echoes confirm a cell; free rays erase noise.</a:t>
            </a:r>
            <a:endParaRPr b="0" i="0" spc="0" sz="1100" u="none" cap="none" strike="noStrike">
              <a:solidFill>
                <a:schemeClr val="dk1"/>
              </a:solidFill>
              <a:latin typeface="Calibri"/>
              <a:ea typeface="Calibri"/>
              <a:cs typeface="Calibri"/>
              <a:sym typeface="Calibri"/>
            </a:endParaRPr>
          </a:p>
        </p:txBody>
      </p:sp>
      <p:sp>
        <p:nvSpPr>
          <p:cNvPr id="392" name="Google Shape;392;p11"/>
          <p:cNvSpPr txBox="1"/>
          <p:nvPr/>
        </p:nvSpPr>
        <p:spPr>
          <a:xfrm>
            <a:off x="4754880" y="2926080"/>
            <a:ext cx="502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5A1F"/>
              </a:buClr>
              <a:buSzPts val="2000"/>
              <a:buFont typeface="Courier New"/>
              <a:buNone/>
            </a:pPr>
            <a:r>
              <a:rPr b="1" i="0" lang="en-US" spc="0" sz="2000" u="none" cap="none" strike="noStrike">
                <a:solidFill>
                  <a:srgbClr val="FF5A1F"/>
                </a:solidFill>
                <a:latin typeface="Courier New"/>
                <a:ea typeface="Courier New"/>
                <a:cs typeface="Courier New"/>
                <a:sym typeface="Courier New"/>
              </a:rPr>
              <a:t>03</a:t>
            </a:r>
            <a:endParaRPr b="0" i="0" spc="0" sz="2000" u="none" cap="none" strike="noStrike">
              <a:solidFill>
                <a:schemeClr val="dk1"/>
              </a:solidFill>
              <a:latin typeface="Calibri"/>
              <a:ea typeface="Calibri"/>
              <a:cs typeface="Calibri"/>
              <a:sym typeface="Calibri"/>
            </a:endParaRPr>
          </a:p>
        </p:txBody>
      </p:sp>
      <p:sp>
        <p:nvSpPr>
          <p:cNvPr id="393" name="Google Shape;393;p11"/>
          <p:cNvSpPr txBox="1"/>
          <p:nvPr/>
        </p:nvSpPr>
        <p:spPr>
          <a:xfrm>
            <a:off x="5303520" y="2926080"/>
            <a:ext cx="32918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500"/>
              <a:buFont typeface="Calibri"/>
              <a:buNone/>
            </a:pPr>
            <a:r>
              <a:rPr b="1" i="0" lang="en-US" spc="0" sz="1500" u="none" cap="none" strike="noStrike">
                <a:solidFill>
                  <a:schemeClr val="dk1"/>
                </a:solidFill>
                <a:latin typeface="Calibri"/>
                <a:ea typeface="Calibri"/>
                <a:cs typeface="Calibri"/>
                <a:sym typeface="Calibri"/>
              </a:rPr>
              <a:t>Plan</a:t>
            </a:r>
            <a:endParaRPr b="0" i="0" spc="0" sz="1500" u="none" cap="none" strike="noStrike">
              <a:solidFill>
                <a:schemeClr val="dk1"/>
              </a:solidFill>
              <a:latin typeface="Calibri"/>
              <a:ea typeface="Calibri"/>
              <a:cs typeface="Calibri"/>
              <a:sym typeface="Calibri"/>
            </a:endParaRPr>
          </a:p>
        </p:txBody>
      </p:sp>
      <p:sp>
        <p:nvSpPr>
          <p:cNvPr id="394" name="Google Shape;394;p11"/>
          <p:cNvSpPr txBox="1"/>
          <p:nvPr/>
        </p:nvSpPr>
        <p:spPr>
          <a:xfrm>
            <a:off x="5303520" y="3200400"/>
            <a:ext cx="32918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B6573"/>
              </a:buClr>
              <a:buSzPts val="1100"/>
              <a:buFont typeface="Calibri"/>
              <a:buNone/>
            </a:pPr>
            <a:r>
              <a:rPr b="0" i="0" lang="en-US" spc="0" sz="1100" u="none" cap="none" strike="noStrike">
                <a:solidFill>
                  <a:srgbClr val="5B6573"/>
                </a:solidFill>
                <a:latin typeface="Calibri"/>
                <a:ea typeface="Calibri"/>
                <a:cs typeface="Calibri"/>
                <a:sym typeface="Calibri"/>
              </a:rPr>
              <a:t>A* on a 5 cm grid, inflated by the robot radius, smoothed into straight legs.</a:t>
            </a:r>
            <a:endParaRPr b="0" i="0" spc="0" sz="1100" u="none" cap="none" strike="noStrike">
              <a:solidFill>
                <a:schemeClr val="dk1"/>
              </a:solidFill>
              <a:latin typeface="Calibri"/>
              <a:ea typeface="Calibri"/>
              <a:cs typeface="Calibri"/>
              <a:sym typeface="Calibri"/>
            </a:endParaRPr>
          </a:p>
        </p:txBody>
      </p:sp>
      <p:sp>
        <p:nvSpPr>
          <p:cNvPr id="395" name="Google Shape;395;p11"/>
          <p:cNvSpPr txBox="1"/>
          <p:nvPr/>
        </p:nvSpPr>
        <p:spPr>
          <a:xfrm>
            <a:off x="4754880" y="3703320"/>
            <a:ext cx="502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5A1F"/>
              </a:buClr>
              <a:buSzPts val="2000"/>
              <a:buFont typeface="Courier New"/>
              <a:buNone/>
            </a:pPr>
            <a:r>
              <a:rPr b="1" i="0" lang="en-US" spc="0" sz="2000" u="none" cap="none" strike="noStrike">
                <a:solidFill>
                  <a:srgbClr val="FF5A1F"/>
                </a:solidFill>
                <a:latin typeface="Courier New"/>
                <a:ea typeface="Courier New"/>
                <a:cs typeface="Courier New"/>
                <a:sym typeface="Courier New"/>
              </a:rPr>
              <a:t>04</a:t>
            </a:r>
            <a:endParaRPr b="0" i="0" spc="0" sz="2000" u="none" cap="none" strike="noStrike">
              <a:solidFill>
                <a:schemeClr val="dk1"/>
              </a:solidFill>
              <a:latin typeface="Calibri"/>
              <a:ea typeface="Calibri"/>
              <a:cs typeface="Calibri"/>
              <a:sym typeface="Calibri"/>
            </a:endParaRPr>
          </a:p>
        </p:txBody>
      </p:sp>
      <p:sp>
        <p:nvSpPr>
          <p:cNvPr id="396" name="Google Shape;396;p11"/>
          <p:cNvSpPr txBox="1"/>
          <p:nvPr/>
        </p:nvSpPr>
        <p:spPr>
          <a:xfrm>
            <a:off x="5303520" y="3703320"/>
            <a:ext cx="32918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500"/>
              <a:buFont typeface="Calibri"/>
              <a:buNone/>
            </a:pPr>
            <a:r>
              <a:rPr b="1" i="0" lang="en-US" spc="0" sz="1500" u="none" cap="none" strike="noStrike">
                <a:solidFill>
                  <a:schemeClr val="dk1"/>
                </a:solidFill>
                <a:latin typeface="Calibri"/>
                <a:ea typeface="Calibri"/>
                <a:cs typeface="Calibri"/>
                <a:sym typeface="Calibri"/>
              </a:rPr>
              <a:t>Drive</a:t>
            </a:r>
            <a:endParaRPr b="0" i="0" spc="0" sz="1500" u="none" cap="none" strike="noStrike">
              <a:solidFill>
                <a:schemeClr val="dk1"/>
              </a:solidFill>
              <a:latin typeface="Calibri"/>
              <a:ea typeface="Calibri"/>
              <a:cs typeface="Calibri"/>
              <a:sym typeface="Calibri"/>
            </a:endParaRPr>
          </a:p>
        </p:txBody>
      </p:sp>
      <p:sp>
        <p:nvSpPr>
          <p:cNvPr id="397" name="Google Shape;397;p11"/>
          <p:cNvSpPr txBox="1"/>
          <p:nvPr/>
        </p:nvSpPr>
        <p:spPr>
          <a:xfrm>
            <a:off x="5303520" y="3977640"/>
            <a:ext cx="32918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B6573"/>
              </a:buClr>
              <a:buSzPts val="1100"/>
              <a:buFont typeface="Calibri"/>
              <a:buNone/>
            </a:pPr>
            <a:r>
              <a:rPr b="0" i="0" lang="en-US" spc="0" sz="1100" u="none" cap="none" strike="noStrike">
                <a:solidFill>
                  <a:srgbClr val="5B6573"/>
                </a:solidFill>
                <a:latin typeface="Calibri"/>
                <a:ea typeface="Calibri"/>
                <a:cs typeface="Calibri"/>
                <a:sym typeface="Calibri"/>
              </a:rPr>
              <a:t>Straight to the next corner, stop, pulse-turn — heading checked by the camera every frame.</a:t>
            </a:r>
            <a:endParaRPr b="0" i="0" spc="0" sz="11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12"/>
          <p:cNvSpPr txBox="1"/>
          <p:nvPr/>
        </p:nvSpPr>
        <p:spPr>
          <a:xfrm>
            <a:off x="548640" y="292608"/>
            <a:ext cx="804672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100"/>
              <a:buFont typeface="Courier New"/>
              <a:buNone/>
            </a:pPr>
            <a:r>
              <a:rPr b="1" i="0" lang="en-US" spc="100" sz="1100" u="none" cap="none" strike="noStrike">
                <a:solidFill>
                  <a:schemeClr val="accent1"/>
                </a:solidFill>
                <a:latin typeface="Courier New"/>
                <a:ea typeface="Courier New"/>
                <a:cs typeface="Courier New"/>
                <a:sym typeface="Courier New"/>
              </a:rPr>
              <a:t>0</a:t>
            </a:r>
            <a:r>
              <a:rPr b="1" lang="en-US" spc="100" sz="1100">
                <a:solidFill>
                  <a:schemeClr val="accent1"/>
                </a:solidFill>
                <a:latin typeface="Courier New"/>
                <a:ea typeface="Courier New"/>
                <a:cs typeface="Courier New"/>
                <a:sym typeface="Courier New"/>
              </a:rPr>
              <a:t>5</a:t>
            </a:r>
            <a:r>
              <a:rPr b="1" i="0" lang="en-US" spc="100" sz="1100" u="none" cap="none" strike="noStrike">
                <a:solidFill>
                  <a:schemeClr val="accent1"/>
                </a:solidFill>
                <a:latin typeface="Courier New"/>
                <a:ea typeface="Courier New"/>
                <a:cs typeface="Courier New"/>
                <a:sym typeface="Courier New"/>
              </a:rPr>
              <a:t> · REAL-WORLD APPLICATIONS</a:t>
            </a:r>
            <a:endParaRPr b="0" i="0" spc="0" sz="1100" u="none" cap="none" strike="noStrike">
              <a:solidFill>
                <a:schemeClr val="dk1"/>
              </a:solidFill>
              <a:latin typeface="Calibri"/>
              <a:ea typeface="Calibri"/>
              <a:cs typeface="Calibri"/>
              <a:sym typeface="Calibri"/>
            </a:endParaRPr>
          </a:p>
        </p:txBody>
      </p:sp>
      <p:sp>
        <p:nvSpPr>
          <p:cNvPr id="404" name="Google Shape;404;p12"/>
          <p:cNvSpPr txBox="1"/>
          <p:nvPr>
            <p:ph type="title"/>
          </p:nvPr>
        </p:nvSpPr>
        <p:spPr>
          <a:xfrm>
            <a:off x="548640" y="566928"/>
            <a:ext cx="8046720" cy="56692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000"/>
              <a:buFont typeface="Arial"/>
              <a:buNone/>
            </a:pPr>
            <a:r>
              <a:rPr b="1" lang="en-US" sz="3000">
                <a:solidFill>
                  <a:schemeClr val="dk1"/>
                </a:solidFill>
              </a:rPr>
              <a:t>Start indoors, where cameras already exist</a:t>
            </a:r>
            <a:endParaRPr sz="3000"/>
          </a:p>
        </p:txBody>
      </p:sp>
      <p:sp>
        <p:nvSpPr>
          <p:cNvPr id="405" name="Google Shape;405;p12"/>
          <p:cNvSpPr txBox="1"/>
          <p:nvPr/>
        </p:nvSpPr>
        <p:spPr>
          <a:xfrm>
            <a:off x="548640" y="1371600"/>
            <a:ext cx="36576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94A3"/>
              </a:buClr>
              <a:buSzPts val="1000"/>
              <a:buFont typeface="Courier New"/>
              <a:buNone/>
            </a:pPr>
            <a:r>
              <a:rPr b="1" i="0" lang="en-US" spc="0" sz="1000" u="none" cap="none" strike="noStrike">
                <a:solidFill>
                  <a:srgbClr val="8A94A3"/>
                </a:solidFill>
                <a:latin typeface="Courier New"/>
                <a:ea typeface="Courier New"/>
                <a:cs typeface="Courier New"/>
                <a:sym typeface="Courier New"/>
              </a:rPr>
              <a:t>WHERE IT FITS</a:t>
            </a:r>
            <a:endParaRPr b="0" i="0" spc="0" sz="1000" u="none" cap="none" strike="noStrike">
              <a:solidFill>
                <a:schemeClr val="dk1"/>
              </a:solidFill>
              <a:latin typeface="Calibri"/>
              <a:ea typeface="Calibri"/>
              <a:cs typeface="Calibri"/>
              <a:sym typeface="Calibri"/>
            </a:endParaRPr>
          </a:p>
        </p:txBody>
      </p:sp>
      <p:sp>
        <p:nvSpPr>
          <p:cNvPr id="406" name="Google Shape;406;p12"/>
          <p:cNvSpPr/>
          <p:nvPr/>
        </p:nvSpPr>
        <p:spPr>
          <a:xfrm>
            <a:off x="548640" y="2633472"/>
            <a:ext cx="457200" cy="457200"/>
          </a:xfrm>
          <a:prstGeom prst="ellipse">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407" name="Google Shape;407;p12"/>
          <p:cNvPicPr preferRelativeResize="0"/>
          <p:nvPr/>
        </p:nvPicPr>
        <p:blipFill rotWithShape="1">
          <a:blip r:embed="rId3">
            <a:alphaModFix/>
          </a:blip>
          <a:srcRect b="0" l="0" r="0" t="0"/>
          <a:stretch/>
        </p:blipFill>
        <p:spPr>
          <a:xfrm>
            <a:off x="672084" y="2756916"/>
            <a:ext cx="210312" cy="210312"/>
          </a:xfrm>
          <a:prstGeom prst="rect">
            <a:avLst/>
          </a:prstGeom>
          <a:noFill/>
          <a:ln>
            <a:noFill/>
          </a:ln>
        </p:spPr>
      </p:pic>
      <p:sp>
        <p:nvSpPr>
          <p:cNvPr id="408" name="Google Shape;408;p12"/>
          <p:cNvSpPr txBox="1"/>
          <p:nvPr/>
        </p:nvSpPr>
        <p:spPr>
          <a:xfrm>
            <a:off x="1143000" y="1719072"/>
            <a:ext cx="31089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rPr b="1" i="0" lang="en-US" spc="0" sz="1400" u="none" cap="none" strike="noStrike">
                <a:solidFill>
                  <a:schemeClr val="dk1"/>
                </a:solidFill>
                <a:latin typeface="Calibri"/>
                <a:ea typeface="Calibri"/>
                <a:cs typeface="Calibri"/>
                <a:sym typeface="Calibri"/>
              </a:rPr>
              <a:t>Offices · first pilot</a:t>
            </a:r>
            <a:endParaRPr b="0" i="0" spc="0" sz="1400" u="none" cap="none" strike="noStrike">
              <a:solidFill>
                <a:schemeClr val="dk1"/>
              </a:solidFill>
              <a:latin typeface="Calibri"/>
              <a:ea typeface="Calibri"/>
              <a:cs typeface="Calibri"/>
              <a:sym typeface="Calibri"/>
            </a:endParaRPr>
          </a:p>
        </p:txBody>
      </p:sp>
      <p:sp>
        <p:nvSpPr>
          <p:cNvPr id="409" name="Google Shape;409;p12"/>
          <p:cNvSpPr txBox="1"/>
          <p:nvPr/>
        </p:nvSpPr>
        <p:spPr>
          <a:xfrm>
            <a:off x="1143000" y="1993392"/>
            <a:ext cx="3108960"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B6573"/>
              </a:buClr>
              <a:buSzPts val="1100"/>
              <a:buFont typeface="Calibri"/>
              <a:buNone/>
            </a:pPr>
            <a:r>
              <a:rPr b="0" i="0" lang="en-US" spc="0" sz="1100" u="none" cap="none" strike="noStrike">
                <a:solidFill>
                  <a:srgbClr val="5B6573"/>
                </a:solidFill>
                <a:latin typeface="Calibri"/>
                <a:ea typeface="Calibri"/>
                <a:cs typeface="Calibri"/>
                <a:sym typeface="Calibri"/>
              </a:rPr>
              <a:t>Cleaning or delivery robots guided by the building's own cameras.</a:t>
            </a:r>
            <a:endParaRPr b="0" i="0" spc="0" sz="1100" u="none" cap="none" strike="noStrike">
              <a:solidFill>
                <a:schemeClr val="dk1"/>
              </a:solidFill>
              <a:latin typeface="Calibri"/>
              <a:ea typeface="Calibri"/>
              <a:cs typeface="Calibri"/>
              <a:sym typeface="Calibri"/>
            </a:endParaRPr>
          </a:p>
        </p:txBody>
      </p:sp>
      <p:sp>
        <p:nvSpPr>
          <p:cNvPr id="410" name="Google Shape;410;p12"/>
          <p:cNvSpPr/>
          <p:nvPr/>
        </p:nvSpPr>
        <p:spPr>
          <a:xfrm>
            <a:off x="548640" y="1737360"/>
            <a:ext cx="457200" cy="457200"/>
          </a:xfrm>
          <a:prstGeom prst="ellipse">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411" name="Google Shape;411;p12"/>
          <p:cNvPicPr preferRelativeResize="0"/>
          <p:nvPr/>
        </p:nvPicPr>
        <p:blipFill rotWithShape="1">
          <a:blip r:embed="rId4">
            <a:alphaModFix/>
          </a:blip>
          <a:srcRect b="0" l="0" r="0" t="0"/>
          <a:stretch/>
        </p:blipFill>
        <p:spPr>
          <a:xfrm>
            <a:off x="672084" y="1860804"/>
            <a:ext cx="210312" cy="210312"/>
          </a:xfrm>
          <a:prstGeom prst="rect">
            <a:avLst/>
          </a:prstGeom>
          <a:noFill/>
          <a:ln>
            <a:noFill/>
          </a:ln>
        </p:spPr>
      </p:pic>
      <p:sp>
        <p:nvSpPr>
          <p:cNvPr id="412" name="Google Shape;412;p12"/>
          <p:cNvSpPr txBox="1"/>
          <p:nvPr/>
        </p:nvSpPr>
        <p:spPr>
          <a:xfrm>
            <a:off x="1143000" y="2615184"/>
            <a:ext cx="31089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rPr b="1" i="0" lang="en-US" spc="0" sz="1400" u="none" cap="none" strike="noStrike">
                <a:solidFill>
                  <a:schemeClr val="dk1"/>
                </a:solidFill>
                <a:latin typeface="Calibri"/>
                <a:ea typeface="Calibri"/>
                <a:cs typeface="Calibri"/>
                <a:sym typeface="Calibri"/>
              </a:rPr>
              <a:t>Warehouses</a:t>
            </a:r>
            <a:endParaRPr b="0" i="0" spc="0" sz="1400" u="none" cap="none" strike="noStrike">
              <a:solidFill>
                <a:schemeClr val="dk1"/>
              </a:solidFill>
              <a:latin typeface="Calibri"/>
              <a:ea typeface="Calibri"/>
              <a:cs typeface="Calibri"/>
              <a:sym typeface="Calibri"/>
            </a:endParaRPr>
          </a:p>
        </p:txBody>
      </p:sp>
      <p:sp>
        <p:nvSpPr>
          <p:cNvPr id="413" name="Google Shape;413;p12"/>
          <p:cNvSpPr txBox="1"/>
          <p:nvPr/>
        </p:nvSpPr>
        <p:spPr>
          <a:xfrm>
            <a:off x="1143000" y="2889504"/>
            <a:ext cx="3108960"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B6573"/>
              </a:buClr>
              <a:buSzPts val="1100"/>
              <a:buFont typeface="Calibri"/>
              <a:buNone/>
            </a:pPr>
            <a:r>
              <a:rPr b="0" i="0" lang="en-US" spc="0" sz="1100" u="none" cap="none" strike="noStrike">
                <a:solidFill>
                  <a:srgbClr val="5B6573"/>
                </a:solidFill>
                <a:latin typeface="Calibri"/>
                <a:ea typeface="Calibri"/>
                <a:cs typeface="Calibri"/>
                <a:sym typeface="Calibri"/>
              </a:rPr>
              <a:t>Transport carts on floors with fixed camera coverage.</a:t>
            </a:r>
            <a:endParaRPr b="0" i="0" spc="0" sz="1100" u="none" cap="none" strike="noStrike">
              <a:solidFill>
                <a:schemeClr val="dk1"/>
              </a:solidFill>
              <a:latin typeface="Calibri"/>
              <a:ea typeface="Calibri"/>
              <a:cs typeface="Calibri"/>
              <a:sym typeface="Calibri"/>
            </a:endParaRPr>
          </a:p>
        </p:txBody>
      </p:sp>
      <p:sp>
        <p:nvSpPr>
          <p:cNvPr id="414" name="Google Shape;414;p12"/>
          <p:cNvSpPr/>
          <p:nvPr/>
        </p:nvSpPr>
        <p:spPr>
          <a:xfrm>
            <a:off x="548640" y="3529584"/>
            <a:ext cx="457200" cy="457200"/>
          </a:xfrm>
          <a:prstGeom prst="ellipse">
            <a:avLst/>
          </a:prstGeom>
          <a:solidFill>
            <a:srgbClr val="11141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415" name="Google Shape;415;p12"/>
          <p:cNvPicPr preferRelativeResize="0"/>
          <p:nvPr/>
        </p:nvPicPr>
        <p:blipFill rotWithShape="1">
          <a:blip r:embed="rId5">
            <a:alphaModFix/>
          </a:blip>
          <a:srcRect b="0" l="0" r="0" t="0"/>
          <a:stretch/>
        </p:blipFill>
        <p:spPr>
          <a:xfrm>
            <a:off x="672084" y="3653028"/>
            <a:ext cx="210312" cy="210312"/>
          </a:xfrm>
          <a:prstGeom prst="rect">
            <a:avLst/>
          </a:prstGeom>
          <a:noFill/>
          <a:ln>
            <a:noFill/>
          </a:ln>
        </p:spPr>
      </p:pic>
      <p:sp>
        <p:nvSpPr>
          <p:cNvPr id="416" name="Google Shape;416;p12"/>
          <p:cNvSpPr txBox="1"/>
          <p:nvPr/>
        </p:nvSpPr>
        <p:spPr>
          <a:xfrm>
            <a:off x="1143000" y="3511296"/>
            <a:ext cx="31089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rPr b="1" i="0" lang="en-US" spc="0" sz="1400" u="none" cap="none" strike="noStrike">
                <a:solidFill>
                  <a:schemeClr val="dk1"/>
                </a:solidFill>
                <a:latin typeface="Calibri"/>
                <a:ea typeface="Calibri"/>
                <a:cs typeface="Calibri"/>
                <a:sym typeface="Calibri"/>
              </a:rPr>
              <a:t>Shared residential spaces</a:t>
            </a:r>
            <a:endParaRPr b="0" i="0" spc="0" sz="1400" u="none" cap="none" strike="noStrike">
              <a:solidFill>
                <a:schemeClr val="dk1"/>
              </a:solidFill>
              <a:latin typeface="Calibri"/>
              <a:ea typeface="Calibri"/>
              <a:cs typeface="Calibri"/>
              <a:sym typeface="Calibri"/>
            </a:endParaRPr>
          </a:p>
        </p:txBody>
      </p:sp>
      <p:sp>
        <p:nvSpPr>
          <p:cNvPr id="417" name="Google Shape;417;p12"/>
          <p:cNvSpPr txBox="1"/>
          <p:nvPr/>
        </p:nvSpPr>
        <p:spPr>
          <a:xfrm>
            <a:off x="1143000" y="3785616"/>
            <a:ext cx="3108960"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B6573"/>
              </a:buClr>
              <a:buSzPts val="1100"/>
              <a:buFont typeface="Calibri"/>
              <a:buNone/>
            </a:pPr>
            <a:r>
              <a:rPr b="0" i="0" lang="en-US" spc="0" sz="1100" u="none" cap="none" strike="noStrike">
                <a:solidFill>
                  <a:srgbClr val="5B6573"/>
                </a:solidFill>
                <a:latin typeface="Calibri"/>
                <a:ea typeface="Calibri"/>
                <a:cs typeface="Calibri"/>
                <a:sym typeface="Calibri"/>
              </a:rPr>
              <a:t>Corridors and lobbies with operator-run cameras.</a:t>
            </a:r>
            <a:endParaRPr b="0" i="0" spc="0" sz="1100" u="none" cap="none" strike="noStrike">
              <a:solidFill>
                <a:schemeClr val="dk1"/>
              </a:solidFill>
              <a:latin typeface="Calibri"/>
              <a:ea typeface="Calibri"/>
              <a:cs typeface="Calibri"/>
              <a:sym typeface="Calibri"/>
            </a:endParaRPr>
          </a:p>
        </p:txBody>
      </p:sp>
      <p:sp>
        <p:nvSpPr>
          <p:cNvPr id="418" name="Google Shape;418;p12"/>
          <p:cNvSpPr/>
          <p:nvPr/>
        </p:nvSpPr>
        <p:spPr>
          <a:xfrm>
            <a:off x="4754880" y="1371600"/>
            <a:ext cx="3840480" cy="3108960"/>
          </a:xfrm>
          <a:prstGeom prst="rect">
            <a:avLst/>
          </a:prstGeom>
          <a:solidFill>
            <a:srgbClr val="FFF1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19" name="Google Shape;419;p12"/>
          <p:cNvSpPr txBox="1"/>
          <p:nvPr/>
        </p:nvSpPr>
        <p:spPr>
          <a:xfrm>
            <a:off x="4983480" y="1554480"/>
            <a:ext cx="338328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5A1F"/>
              </a:buClr>
              <a:buSzPts val="1000"/>
              <a:buFont typeface="Courier New"/>
              <a:buNone/>
            </a:pPr>
            <a:r>
              <a:rPr b="1" i="0" lang="en-US" spc="0" sz="1000" u="none" cap="none" strike="noStrike">
                <a:solidFill>
                  <a:srgbClr val="FF5A1F"/>
                </a:solidFill>
                <a:latin typeface="Courier New"/>
                <a:ea typeface="Courier New"/>
                <a:cs typeface="Courier New"/>
                <a:sym typeface="Courier New"/>
              </a:rPr>
              <a:t>DEPLOYMENT NEEDS</a:t>
            </a:r>
            <a:endParaRPr b="0" i="0" spc="0" sz="1000" u="none" cap="none" strike="noStrike">
              <a:solidFill>
                <a:schemeClr val="dk1"/>
              </a:solidFill>
              <a:latin typeface="Calibri"/>
              <a:ea typeface="Calibri"/>
              <a:cs typeface="Calibri"/>
              <a:sym typeface="Calibri"/>
            </a:endParaRPr>
          </a:p>
        </p:txBody>
      </p:sp>
      <p:sp>
        <p:nvSpPr>
          <p:cNvPr id="420" name="Google Shape;420;p12"/>
          <p:cNvSpPr/>
          <p:nvPr/>
        </p:nvSpPr>
        <p:spPr>
          <a:xfrm>
            <a:off x="4983480" y="1920240"/>
            <a:ext cx="320040" cy="320040"/>
          </a:xfrm>
          <a:prstGeom prst="ellipse">
            <a:avLst/>
          </a:prstGeom>
          <a:solidFill>
            <a:srgbClr val="FF5A1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pc="0" sz="1300" u="none" cap="none" strike="noStrike">
                <a:solidFill>
                  <a:srgbClr val="FFFFFF"/>
                </a:solidFill>
                <a:latin typeface="Calibri"/>
                <a:ea typeface="Calibri"/>
                <a:cs typeface="Calibri"/>
                <a:sym typeface="Calibri"/>
              </a:rPr>
              <a:t>1</a:t>
            </a:r>
            <a:endParaRPr b="0" i="0" spc="0" sz="1300" u="none" cap="none" strike="noStrike">
              <a:solidFill>
                <a:schemeClr val="dk1"/>
              </a:solidFill>
              <a:latin typeface="Calibri"/>
              <a:ea typeface="Calibri"/>
              <a:cs typeface="Calibri"/>
              <a:sym typeface="Calibri"/>
            </a:endParaRPr>
          </a:p>
        </p:txBody>
      </p:sp>
      <p:sp>
        <p:nvSpPr>
          <p:cNvPr id="421" name="Google Shape;421;p12"/>
          <p:cNvSpPr txBox="1"/>
          <p:nvPr/>
        </p:nvSpPr>
        <p:spPr>
          <a:xfrm>
            <a:off x="5440680" y="1892808"/>
            <a:ext cx="29718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pc="0" sz="1200" u="none" cap="none" strike="noStrike">
                <a:solidFill>
                  <a:schemeClr val="dk1"/>
                </a:solidFill>
                <a:latin typeface="Calibri"/>
                <a:ea typeface="Calibri"/>
                <a:cs typeface="Calibri"/>
                <a:sym typeface="Calibri"/>
              </a:rPr>
              <a:t>Camera views that cover the floor</a:t>
            </a:r>
            <a:endParaRPr b="0" i="0" spc="0" sz="1200" u="none" cap="none" strike="noStrike">
              <a:solidFill>
                <a:schemeClr val="dk1"/>
              </a:solidFill>
              <a:latin typeface="Calibri"/>
              <a:ea typeface="Calibri"/>
              <a:cs typeface="Calibri"/>
              <a:sym typeface="Calibri"/>
            </a:endParaRPr>
          </a:p>
        </p:txBody>
      </p:sp>
      <p:sp>
        <p:nvSpPr>
          <p:cNvPr id="422" name="Google Shape;422;p12"/>
          <p:cNvSpPr/>
          <p:nvPr/>
        </p:nvSpPr>
        <p:spPr>
          <a:xfrm>
            <a:off x="4983480" y="2542032"/>
            <a:ext cx="320040" cy="320040"/>
          </a:xfrm>
          <a:prstGeom prst="ellipse">
            <a:avLst/>
          </a:prstGeom>
          <a:solidFill>
            <a:srgbClr val="FF5A1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pc="0" sz="1300" u="none" cap="none" strike="noStrike">
                <a:solidFill>
                  <a:srgbClr val="FFFFFF"/>
                </a:solidFill>
                <a:latin typeface="Calibri"/>
                <a:ea typeface="Calibri"/>
                <a:cs typeface="Calibri"/>
                <a:sym typeface="Calibri"/>
              </a:rPr>
              <a:t>2</a:t>
            </a:r>
            <a:endParaRPr b="0" i="0" spc="0" sz="1300" u="none" cap="none" strike="noStrike">
              <a:solidFill>
                <a:schemeClr val="dk1"/>
              </a:solidFill>
              <a:latin typeface="Calibri"/>
              <a:ea typeface="Calibri"/>
              <a:cs typeface="Calibri"/>
              <a:sym typeface="Calibri"/>
            </a:endParaRPr>
          </a:p>
        </p:txBody>
      </p:sp>
      <p:sp>
        <p:nvSpPr>
          <p:cNvPr id="423" name="Google Shape;423;p12"/>
          <p:cNvSpPr txBox="1"/>
          <p:nvPr/>
        </p:nvSpPr>
        <p:spPr>
          <a:xfrm>
            <a:off x="5440680" y="2514600"/>
            <a:ext cx="29718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pc="0" sz="1200" u="none" cap="none" strike="noStrike">
                <a:solidFill>
                  <a:schemeClr val="dk1"/>
                </a:solidFill>
                <a:latin typeface="Calibri"/>
                <a:ea typeface="Calibri"/>
                <a:cs typeface="Calibri"/>
                <a:sym typeface="Calibri"/>
              </a:rPr>
              <a:t>Calibration for each camera</a:t>
            </a:r>
            <a:endParaRPr b="0" i="0" spc="0" sz="1200" u="none" cap="none" strike="noStrike">
              <a:solidFill>
                <a:schemeClr val="dk1"/>
              </a:solidFill>
              <a:latin typeface="Calibri"/>
              <a:ea typeface="Calibri"/>
              <a:cs typeface="Calibri"/>
              <a:sym typeface="Calibri"/>
            </a:endParaRPr>
          </a:p>
        </p:txBody>
      </p:sp>
      <p:sp>
        <p:nvSpPr>
          <p:cNvPr id="424" name="Google Shape;424;p12"/>
          <p:cNvSpPr/>
          <p:nvPr/>
        </p:nvSpPr>
        <p:spPr>
          <a:xfrm>
            <a:off x="4983480" y="3163824"/>
            <a:ext cx="320040" cy="320040"/>
          </a:xfrm>
          <a:prstGeom prst="ellipse">
            <a:avLst/>
          </a:prstGeom>
          <a:solidFill>
            <a:srgbClr val="FF5A1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pc="0" sz="1300" u="none" cap="none" strike="noStrike">
                <a:solidFill>
                  <a:srgbClr val="FFFFFF"/>
                </a:solidFill>
                <a:latin typeface="Calibri"/>
                <a:ea typeface="Calibri"/>
                <a:cs typeface="Calibri"/>
                <a:sym typeface="Calibri"/>
              </a:rPr>
              <a:t>3</a:t>
            </a:r>
            <a:endParaRPr b="0" i="0" spc="0" sz="1300" u="none" cap="none" strike="noStrike">
              <a:solidFill>
                <a:schemeClr val="dk1"/>
              </a:solidFill>
              <a:latin typeface="Calibri"/>
              <a:ea typeface="Calibri"/>
              <a:cs typeface="Calibri"/>
              <a:sym typeface="Calibri"/>
            </a:endParaRPr>
          </a:p>
        </p:txBody>
      </p:sp>
      <p:sp>
        <p:nvSpPr>
          <p:cNvPr id="425" name="Google Shape;425;p12"/>
          <p:cNvSpPr txBox="1"/>
          <p:nvPr/>
        </p:nvSpPr>
        <p:spPr>
          <a:xfrm>
            <a:off x="5440680" y="3136392"/>
            <a:ext cx="29718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pc="0" sz="1200" u="none" cap="none" strike="noStrike">
                <a:solidFill>
                  <a:schemeClr val="dk1"/>
                </a:solidFill>
                <a:latin typeface="Calibri"/>
                <a:ea typeface="Calibri"/>
                <a:cs typeface="Calibri"/>
                <a:sym typeface="Calibri"/>
              </a:rPr>
              <a:t>A reliable, low-latency link to each robot</a:t>
            </a:r>
            <a:endParaRPr b="0" i="0" spc="0" sz="1200" u="none" cap="none" strike="noStrike">
              <a:solidFill>
                <a:schemeClr val="dk1"/>
              </a:solidFill>
              <a:latin typeface="Calibri"/>
              <a:ea typeface="Calibri"/>
              <a:cs typeface="Calibri"/>
              <a:sym typeface="Calibri"/>
            </a:endParaRPr>
          </a:p>
        </p:txBody>
      </p:sp>
      <p:sp>
        <p:nvSpPr>
          <p:cNvPr id="426" name="Google Shape;426;p12"/>
          <p:cNvSpPr/>
          <p:nvPr/>
        </p:nvSpPr>
        <p:spPr>
          <a:xfrm>
            <a:off x="4983480" y="3785616"/>
            <a:ext cx="320040" cy="320040"/>
          </a:xfrm>
          <a:prstGeom prst="ellipse">
            <a:avLst/>
          </a:prstGeom>
          <a:solidFill>
            <a:srgbClr val="FF5A1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pc="0" sz="1300" u="none" cap="none" strike="noStrike">
                <a:solidFill>
                  <a:srgbClr val="FFFFFF"/>
                </a:solidFill>
                <a:latin typeface="Calibri"/>
                <a:ea typeface="Calibri"/>
                <a:cs typeface="Calibri"/>
                <a:sym typeface="Calibri"/>
              </a:rPr>
              <a:t>4</a:t>
            </a:r>
            <a:endParaRPr b="0" i="0" spc="0" sz="1300" u="none" cap="none" strike="noStrike">
              <a:solidFill>
                <a:schemeClr val="dk1"/>
              </a:solidFill>
              <a:latin typeface="Calibri"/>
              <a:ea typeface="Calibri"/>
              <a:cs typeface="Calibri"/>
              <a:sym typeface="Calibri"/>
            </a:endParaRPr>
          </a:p>
        </p:txBody>
      </p:sp>
      <p:sp>
        <p:nvSpPr>
          <p:cNvPr id="427" name="Google Shape;427;p12"/>
          <p:cNvSpPr txBox="1"/>
          <p:nvPr/>
        </p:nvSpPr>
        <p:spPr>
          <a:xfrm>
            <a:off x="5440680" y="3758184"/>
            <a:ext cx="29718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pc="0" sz="1200" u="none" cap="none" strike="noStrike">
                <a:solidFill>
                  <a:schemeClr val="dk1"/>
                </a:solidFill>
                <a:latin typeface="Calibri"/>
                <a:ea typeface="Calibri"/>
                <a:cs typeface="Calibri"/>
                <a:sym typeface="Calibri"/>
              </a:rPr>
              <a:t>Encoders or an IMU for camera blind spots</a:t>
            </a:r>
            <a:endParaRPr b="0" i="0" spc="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13"/>
          <p:cNvSpPr txBox="1"/>
          <p:nvPr/>
        </p:nvSpPr>
        <p:spPr>
          <a:xfrm>
            <a:off x="548640" y="292608"/>
            <a:ext cx="804672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100"/>
              <a:buFont typeface="Courier New"/>
              <a:buNone/>
            </a:pPr>
            <a:r>
              <a:rPr b="1" lang="en-US" spc="100" sz="1100">
                <a:solidFill>
                  <a:schemeClr val="accent1"/>
                </a:solidFill>
                <a:latin typeface="Courier New"/>
                <a:ea typeface="Courier New"/>
                <a:cs typeface="Courier New"/>
                <a:sym typeface="Courier New"/>
              </a:rPr>
              <a:t>06</a:t>
            </a:r>
            <a:r>
              <a:rPr b="1" i="0" lang="en-US" spc="100" sz="1100" u="none" cap="none" strike="noStrike">
                <a:solidFill>
                  <a:schemeClr val="accent1"/>
                </a:solidFill>
                <a:latin typeface="Courier New"/>
                <a:ea typeface="Courier New"/>
                <a:cs typeface="Courier New"/>
                <a:sym typeface="Courier New"/>
              </a:rPr>
              <a:t> · HOW WE GOT HERE</a:t>
            </a:r>
            <a:endParaRPr b="0" i="0" spc="0" sz="1100" u="none" cap="none" strike="noStrike">
              <a:solidFill>
                <a:schemeClr val="dk1"/>
              </a:solidFill>
              <a:latin typeface="Calibri"/>
              <a:ea typeface="Calibri"/>
              <a:cs typeface="Calibri"/>
              <a:sym typeface="Calibri"/>
            </a:endParaRPr>
          </a:p>
        </p:txBody>
      </p:sp>
      <p:sp>
        <p:nvSpPr>
          <p:cNvPr id="434" name="Google Shape;434;p13"/>
          <p:cNvSpPr txBox="1"/>
          <p:nvPr>
            <p:ph type="title"/>
          </p:nvPr>
        </p:nvSpPr>
        <p:spPr>
          <a:xfrm>
            <a:off x="548640" y="566928"/>
            <a:ext cx="8046720" cy="56692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000"/>
              <a:buFont typeface="Arial"/>
              <a:buNone/>
            </a:pPr>
            <a:r>
              <a:rPr b="1" lang="en-US" sz="3000">
                <a:solidFill>
                  <a:schemeClr val="dk1"/>
                </a:solidFill>
              </a:rPr>
              <a:t>48 hours, three ideas, one that works</a:t>
            </a:r>
            <a:endParaRPr sz="3000"/>
          </a:p>
        </p:txBody>
      </p:sp>
      <p:cxnSp>
        <p:nvCxnSpPr>
          <p:cNvPr id="435" name="Google Shape;435;p13"/>
          <p:cNvCxnSpPr/>
          <p:nvPr/>
        </p:nvCxnSpPr>
        <p:spPr>
          <a:xfrm>
            <a:off x="1353312" y="1874520"/>
            <a:ext cx="6437376" cy="0"/>
          </a:xfrm>
          <a:prstGeom prst="straightConnector1">
            <a:avLst/>
          </a:prstGeom>
          <a:noFill/>
          <a:ln cap="flat" cmpd="sng" w="38100">
            <a:solidFill>
              <a:srgbClr val="EEF1F5"/>
            </a:solidFill>
            <a:prstDash val="solid"/>
            <a:round/>
            <a:headEnd len="sm" w="sm" type="none"/>
            <a:tailEnd len="sm" w="sm" type="none"/>
          </a:ln>
        </p:spPr>
      </p:cxnSp>
      <p:cxnSp>
        <p:nvCxnSpPr>
          <p:cNvPr id="436" name="Google Shape;436;p13"/>
          <p:cNvCxnSpPr/>
          <p:nvPr/>
        </p:nvCxnSpPr>
        <p:spPr>
          <a:xfrm>
            <a:off x="6181344" y="1874520"/>
            <a:ext cx="1609344" cy="0"/>
          </a:xfrm>
          <a:prstGeom prst="straightConnector1">
            <a:avLst/>
          </a:prstGeom>
          <a:noFill/>
          <a:ln cap="flat" cmpd="sng" w="38100">
            <a:solidFill>
              <a:srgbClr val="FF5A1F"/>
            </a:solidFill>
            <a:prstDash val="solid"/>
            <a:round/>
            <a:headEnd len="sm" w="sm" type="none"/>
            <a:tailEnd len="sm" w="sm" type="none"/>
          </a:ln>
        </p:spPr>
      </p:cxnSp>
      <p:sp>
        <p:nvSpPr>
          <p:cNvPr id="437" name="Google Shape;437;p13"/>
          <p:cNvSpPr txBox="1"/>
          <p:nvPr/>
        </p:nvSpPr>
        <p:spPr>
          <a:xfrm>
            <a:off x="548640" y="1389888"/>
            <a:ext cx="1609344" cy="2377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A94A3"/>
              </a:buClr>
              <a:buSzPts val="1000"/>
              <a:buFont typeface="Courier New"/>
              <a:buNone/>
            </a:pPr>
            <a:r>
              <a:rPr b="1" i="0" lang="en-US" spc="0" sz="1000" u="none" cap="none" strike="noStrike">
                <a:solidFill>
                  <a:srgbClr val="8A94A3"/>
                </a:solidFill>
                <a:latin typeface="Courier New"/>
                <a:ea typeface="Courier New"/>
                <a:cs typeface="Courier New"/>
                <a:sym typeface="Courier New"/>
              </a:rPr>
              <a:t>FRI 19:00</a:t>
            </a:r>
            <a:endParaRPr b="0" i="0" spc="0" sz="1000" u="none" cap="none" strike="noStrike">
              <a:solidFill>
                <a:schemeClr val="dk1"/>
              </a:solidFill>
              <a:latin typeface="Calibri"/>
              <a:ea typeface="Calibri"/>
              <a:cs typeface="Calibri"/>
              <a:sym typeface="Calibri"/>
            </a:endParaRPr>
          </a:p>
        </p:txBody>
      </p:sp>
      <p:sp>
        <p:nvSpPr>
          <p:cNvPr id="438" name="Google Shape;438;p13"/>
          <p:cNvSpPr/>
          <p:nvPr/>
        </p:nvSpPr>
        <p:spPr>
          <a:xfrm>
            <a:off x="1234440" y="1755648"/>
            <a:ext cx="237744" cy="237744"/>
          </a:xfrm>
          <a:prstGeom prst="ellipse">
            <a:avLst/>
          </a:prstGeom>
          <a:solidFill>
            <a:srgbClr val="FFFFFF"/>
          </a:solidFill>
          <a:ln cap="flat" cmpd="sng" w="25400">
            <a:solidFill>
              <a:srgbClr val="8A94A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39" name="Google Shape;439;p13"/>
          <p:cNvSpPr/>
          <p:nvPr/>
        </p:nvSpPr>
        <p:spPr>
          <a:xfrm>
            <a:off x="603504" y="2194560"/>
            <a:ext cx="1499616" cy="178308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40" name="Google Shape;440;p13"/>
          <p:cNvSpPr txBox="1"/>
          <p:nvPr/>
        </p:nvSpPr>
        <p:spPr>
          <a:xfrm>
            <a:off x="713232" y="2304288"/>
            <a:ext cx="1280160"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1" i="0" lang="en-US" spc="0" sz="1300" u="none" cap="none" strike="noStrike">
                <a:solidFill>
                  <a:schemeClr val="dk1"/>
                </a:solidFill>
                <a:latin typeface="Calibri"/>
                <a:ea typeface="Calibri"/>
                <a:cs typeface="Calibri"/>
                <a:sym typeface="Calibri"/>
              </a:rPr>
              <a:t>Sonar + servo scanner</a:t>
            </a:r>
            <a:endParaRPr b="0" i="0" spc="0" sz="1300" u="none" cap="none" strike="noStrike">
              <a:solidFill>
                <a:schemeClr val="dk1"/>
              </a:solidFill>
              <a:latin typeface="Calibri"/>
              <a:ea typeface="Calibri"/>
              <a:cs typeface="Calibri"/>
              <a:sym typeface="Calibri"/>
            </a:endParaRPr>
          </a:p>
        </p:txBody>
      </p:sp>
      <p:sp>
        <p:nvSpPr>
          <p:cNvPr id="441" name="Google Shape;441;p13"/>
          <p:cNvSpPr txBox="1"/>
          <p:nvPr/>
        </p:nvSpPr>
        <p:spPr>
          <a:xfrm>
            <a:off x="713232" y="2834640"/>
            <a:ext cx="1280160" cy="1051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B6573"/>
              </a:buClr>
              <a:buSzPts val="1100"/>
              <a:buFont typeface="Calibri"/>
              <a:buNone/>
            </a:pPr>
            <a:r>
              <a:rPr b="0" i="0" lang="en-US" spc="0" sz="1100" u="none" cap="none" strike="noStrike">
                <a:solidFill>
                  <a:srgbClr val="5B6573"/>
                </a:solidFill>
                <a:latin typeface="Calibri"/>
                <a:ea typeface="Calibri"/>
                <a:cs typeface="Calibri"/>
                <a:sym typeface="Calibri"/>
              </a:rPr>
              <a:t>Sweeping HC-SR04 draws a polar map — only while standing still.</a:t>
            </a:r>
            <a:endParaRPr b="0" i="0" spc="0" sz="1100" u="none" cap="none" strike="noStrike">
              <a:solidFill>
                <a:schemeClr val="dk1"/>
              </a:solidFill>
              <a:latin typeface="Calibri"/>
              <a:ea typeface="Calibri"/>
              <a:cs typeface="Calibri"/>
              <a:sym typeface="Calibri"/>
            </a:endParaRPr>
          </a:p>
        </p:txBody>
      </p:sp>
      <p:sp>
        <p:nvSpPr>
          <p:cNvPr id="442" name="Google Shape;442;p13"/>
          <p:cNvSpPr txBox="1"/>
          <p:nvPr/>
        </p:nvSpPr>
        <p:spPr>
          <a:xfrm>
            <a:off x="2157984" y="1389888"/>
            <a:ext cx="1609344" cy="2377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A94A3"/>
              </a:buClr>
              <a:buSzPts val="1000"/>
              <a:buFont typeface="Courier New"/>
              <a:buNone/>
            </a:pPr>
            <a:r>
              <a:rPr b="1" i="0" lang="en-US" spc="0" sz="1000" u="none" cap="none" strike="noStrike">
                <a:solidFill>
                  <a:srgbClr val="8A94A3"/>
                </a:solidFill>
                <a:latin typeface="Courier New"/>
                <a:ea typeface="Courier New"/>
                <a:cs typeface="Courier New"/>
                <a:sym typeface="Courier New"/>
              </a:rPr>
              <a:t>SAT 14:00</a:t>
            </a:r>
            <a:endParaRPr b="0" i="0" spc="0" sz="1000" u="none" cap="none" strike="noStrike">
              <a:solidFill>
                <a:schemeClr val="dk1"/>
              </a:solidFill>
              <a:latin typeface="Calibri"/>
              <a:ea typeface="Calibri"/>
              <a:cs typeface="Calibri"/>
              <a:sym typeface="Calibri"/>
            </a:endParaRPr>
          </a:p>
        </p:txBody>
      </p:sp>
      <p:sp>
        <p:nvSpPr>
          <p:cNvPr id="443" name="Google Shape;443;p13"/>
          <p:cNvSpPr/>
          <p:nvPr/>
        </p:nvSpPr>
        <p:spPr>
          <a:xfrm>
            <a:off x="2843784" y="1755648"/>
            <a:ext cx="237744" cy="237744"/>
          </a:xfrm>
          <a:prstGeom prst="ellipse">
            <a:avLst/>
          </a:prstGeom>
          <a:solidFill>
            <a:srgbClr val="FFFFFF"/>
          </a:solidFill>
          <a:ln cap="flat" cmpd="sng" w="25400">
            <a:solidFill>
              <a:srgbClr val="8A94A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44" name="Google Shape;444;p13"/>
          <p:cNvSpPr/>
          <p:nvPr/>
        </p:nvSpPr>
        <p:spPr>
          <a:xfrm>
            <a:off x="2212848" y="2194560"/>
            <a:ext cx="1499616" cy="178308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45" name="Google Shape;445;p13"/>
          <p:cNvSpPr txBox="1"/>
          <p:nvPr/>
        </p:nvSpPr>
        <p:spPr>
          <a:xfrm>
            <a:off x="2322576" y="2304288"/>
            <a:ext cx="1280160"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1" i="0" lang="en-US" spc="0" sz="1300" u="none" cap="none" strike="noStrike">
                <a:solidFill>
                  <a:schemeClr val="dk1"/>
                </a:solidFill>
                <a:latin typeface="Calibri"/>
                <a:ea typeface="Calibri"/>
                <a:cs typeface="Calibri"/>
                <a:sym typeface="Calibri"/>
              </a:rPr>
              <a:t>Chase a phone by Bluetoo</a:t>
            </a:r>
            <a:r>
              <a:rPr b="1" lang="en-US" sz="1300">
                <a:solidFill>
                  <a:schemeClr val="dk1"/>
                </a:solidFill>
                <a:latin typeface="Calibri"/>
                <a:ea typeface="Calibri"/>
                <a:cs typeface="Calibri"/>
                <a:sym typeface="Calibri"/>
              </a:rPr>
              <a:t>th / </a:t>
            </a:r>
            <a:r>
              <a:rPr b="1" i="0" lang="en-US" spc="0" sz="1300" u="none" cap="none" strike="noStrike">
                <a:solidFill>
                  <a:schemeClr val="dk1"/>
                </a:solidFill>
                <a:latin typeface="Calibri"/>
                <a:ea typeface="Calibri"/>
                <a:cs typeface="Calibri"/>
                <a:sym typeface="Calibri"/>
              </a:rPr>
              <a:t>Wi-Fi</a:t>
            </a:r>
            <a:endParaRPr b="0" i="0" spc="0" sz="1300" u="none" cap="none" strike="noStrike">
              <a:solidFill>
                <a:schemeClr val="dk1"/>
              </a:solidFill>
              <a:latin typeface="Calibri"/>
              <a:ea typeface="Calibri"/>
              <a:cs typeface="Calibri"/>
              <a:sym typeface="Calibri"/>
            </a:endParaRPr>
          </a:p>
        </p:txBody>
      </p:sp>
      <p:sp>
        <p:nvSpPr>
          <p:cNvPr id="446" name="Google Shape;446;p13"/>
          <p:cNvSpPr txBox="1"/>
          <p:nvPr/>
        </p:nvSpPr>
        <p:spPr>
          <a:xfrm>
            <a:off x="2322576" y="2834640"/>
            <a:ext cx="1280160" cy="1051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B6573"/>
              </a:buClr>
              <a:buSzPts val="1100"/>
              <a:buFont typeface="Calibri"/>
              <a:buNone/>
            </a:pPr>
            <a:r>
              <a:rPr b="0" i="0" lang="en-US" spc="0" sz="1100" u="none" cap="none" strike="noStrike">
                <a:solidFill>
                  <a:srgbClr val="5B6573"/>
                </a:solidFill>
                <a:latin typeface="Calibri"/>
                <a:ea typeface="Calibri"/>
                <a:cs typeface="Calibri"/>
                <a:sym typeface="Calibri"/>
              </a:rPr>
              <a:t>RSSI hunt</a:t>
            </a:r>
            <a:endParaRPr b="0" i="0" spc="0" sz="1100" u="none" cap="none" strike="noStrike">
              <a:solidFill>
                <a:schemeClr val="dk1"/>
              </a:solidFill>
              <a:latin typeface="Calibri"/>
              <a:ea typeface="Calibri"/>
              <a:cs typeface="Calibri"/>
              <a:sym typeface="Calibri"/>
            </a:endParaRPr>
          </a:p>
        </p:txBody>
      </p:sp>
      <p:sp>
        <p:nvSpPr>
          <p:cNvPr id="447" name="Google Shape;447;p13"/>
          <p:cNvSpPr txBox="1"/>
          <p:nvPr/>
        </p:nvSpPr>
        <p:spPr>
          <a:xfrm>
            <a:off x="3767328" y="1389888"/>
            <a:ext cx="1609344" cy="2377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A94A3"/>
              </a:buClr>
              <a:buSzPts val="1000"/>
              <a:buFont typeface="Courier New"/>
              <a:buNone/>
            </a:pPr>
            <a:r>
              <a:rPr b="1" i="0" lang="en-US" spc="0" sz="1000" u="none" cap="none" strike="noStrike">
                <a:solidFill>
                  <a:srgbClr val="8A94A3"/>
                </a:solidFill>
                <a:latin typeface="Courier New"/>
                <a:ea typeface="Courier New"/>
                <a:cs typeface="Courier New"/>
                <a:sym typeface="Courier New"/>
              </a:rPr>
              <a:t>SAT 19:00</a:t>
            </a:r>
            <a:endParaRPr b="0" i="0" spc="0" sz="1000" u="none" cap="none" strike="noStrike">
              <a:solidFill>
                <a:schemeClr val="dk1"/>
              </a:solidFill>
              <a:latin typeface="Calibri"/>
              <a:ea typeface="Calibri"/>
              <a:cs typeface="Calibri"/>
              <a:sym typeface="Calibri"/>
            </a:endParaRPr>
          </a:p>
        </p:txBody>
      </p:sp>
      <p:sp>
        <p:nvSpPr>
          <p:cNvPr id="448" name="Google Shape;448;p13"/>
          <p:cNvSpPr/>
          <p:nvPr/>
        </p:nvSpPr>
        <p:spPr>
          <a:xfrm>
            <a:off x="4453128" y="1755648"/>
            <a:ext cx="237744" cy="237744"/>
          </a:xfrm>
          <a:prstGeom prst="ellipse">
            <a:avLst/>
          </a:prstGeom>
          <a:solidFill>
            <a:srgbClr val="FFFFFF"/>
          </a:solidFill>
          <a:ln cap="flat" cmpd="sng" w="25400">
            <a:solidFill>
              <a:srgbClr val="8A94A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49" name="Google Shape;449;p13"/>
          <p:cNvSpPr/>
          <p:nvPr/>
        </p:nvSpPr>
        <p:spPr>
          <a:xfrm>
            <a:off x="3822192" y="2194560"/>
            <a:ext cx="1499616" cy="178308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50" name="Google Shape;450;p13"/>
          <p:cNvSpPr txBox="1"/>
          <p:nvPr/>
        </p:nvSpPr>
        <p:spPr>
          <a:xfrm>
            <a:off x="3931920" y="2304288"/>
            <a:ext cx="1280160"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1" i="0" lang="en-US" spc="0" sz="1300" u="none" cap="none" strike="noStrike">
                <a:solidFill>
                  <a:schemeClr val="dk1"/>
                </a:solidFill>
                <a:latin typeface="Calibri"/>
                <a:ea typeface="Calibri"/>
                <a:cs typeface="Calibri"/>
                <a:sym typeface="Calibri"/>
              </a:rPr>
              <a:t>Reality check</a:t>
            </a:r>
            <a:endParaRPr b="0" i="0" spc="0" sz="1300" u="none" cap="none" strike="noStrike">
              <a:solidFill>
                <a:schemeClr val="dk1"/>
              </a:solidFill>
              <a:latin typeface="Calibri"/>
              <a:ea typeface="Calibri"/>
              <a:cs typeface="Calibri"/>
              <a:sym typeface="Calibri"/>
            </a:endParaRPr>
          </a:p>
        </p:txBody>
      </p:sp>
      <p:sp>
        <p:nvSpPr>
          <p:cNvPr id="451" name="Google Shape;451;p13"/>
          <p:cNvSpPr txBox="1"/>
          <p:nvPr/>
        </p:nvSpPr>
        <p:spPr>
          <a:xfrm>
            <a:off x="3931920" y="2834640"/>
            <a:ext cx="1280160" cy="1051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B6573"/>
              </a:buClr>
              <a:buSzPts val="1100"/>
              <a:buFont typeface="Calibri"/>
              <a:buNone/>
            </a:pPr>
            <a:r>
              <a:rPr b="0" i="0" lang="en-US" spc="0" sz="1100" u="none" cap="none" strike="noStrike">
                <a:solidFill>
                  <a:srgbClr val="5B6573"/>
                </a:solidFill>
                <a:latin typeface="Calibri"/>
                <a:ea typeface="Calibri"/>
                <a:cs typeface="Calibri"/>
                <a:sym typeface="Calibri"/>
              </a:rPr>
              <a:t>Rover spun and collided. −54 dBm at 1 m vs −60 at 3 m: too flat to steer by.</a:t>
            </a:r>
            <a:endParaRPr b="0" i="0" spc="0" sz="1100" u="none" cap="none" strike="noStrike">
              <a:solidFill>
                <a:schemeClr val="dk1"/>
              </a:solidFill>
              <a:latin typeface="Calibri"/>
              <a:ea typeface="Calibri"/>
              <a:cs typeface="Calibri"/>
              <a:sym typeface="Calibri"/>
            </a:endParaRPr>
          </a:p>
        </p:txBody>
      </p:sp>
      <p:sp>
        <p:nvSpPr>
          <p:cNvPr id="452" name="Google Shape;452;p13"/>
          <p:cNvSpPr txBox="1"/>
          <p:nvPr/>
        </p:nvSpPr>
        <p:spPr>
          <a:xfrm>
            <a:off x="5376672" y="1389888"/>
            <a:ext cx="1609344" cy="2377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5A1F"/>
              </a:buClr>
              <a:buSzPts val="1000"/>
              <a:buFont typeface="Courier New"/>
              <a:buNone/>
            </a:pPr>
            <a:r>
              <a:rPr b="1" i="0" lang="en-US" spc="0" sz="1000" u="none" cap="none" strike="noStrike">
                <a:solidFill>
                  <a:srgbClr val="FF5A1F"/>
                </a:solidFill>
                <a:latin typeface="Courier New"/>
                <a:ea typeface="Courier New"/>
                <a:cs typeface="Courier New"/>
                <a:sym typeface="Courier New"/>
              </a:rPr>
              <a:t>SUN 10:00</a:t>
            </a:r>
            <a:endParaRPr b="0" i="0" spc="0" sz="1000" u="none" cap="none" strike="noStrike">
              <a:solidFill>
                <a:schemeClr val="dk1"/>
              </a:solidFill>
              <a:latin typeface="Calibri"/>
              <a:ea typeface="Calibri"/>
              <a:cs typeface="Calibri"/>
              <a:sym typeface="Calibri"/>
            </a:endParaRPr>
          </a:p>
        </p:txBody>
      </p:sp>
      <p:sp>
        <p:nvSpPr>
          <p:cNvPr id="453" name="Google Shape;453;p13"/>
          <p:cNvSpPr/>
          <p:nvPr/>
        </p:nvSpPr>
        <p:spPr>
          <a:xfrm>
            <a:off x="6062472" y="1755648"/>
            <a:ext cx="237744" cy="237744"/>
          </a:xfrm>
          <a:prstGeom prst="ellipse">
            <a:avLst/>
          </a:prstGeom>
          <a:solidFill>
            <a:srgbClr val="FF5A1F"/>
          </a:solidFill>
          <a:ln cap="flat" cmpd="sng" w="25400">
            <a:solidFill>
              <a:srgbClr val="FF5A1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54" name="Google Shape;454;p13"/>
          <p:cNvSpPr/>
          <p:nvPr/>
        </p:nvSpPr>
        <p:spPr>
          <a:xfrm>
            <a:off x="5431536" y="2194560"/>
            <a:ext cx="1499616" cy="1783080"/>
          </a:xfrm>
          <a:prstGeom prst="rect">
            <a:avLst/>
          </a:prstGeom>
          <a:solidFill>
            <a:srgbClr val="FFF1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55" name="Google Shape;455;p13"/>
          <p:cNvSpPr txBox="1"/>
          <p:nvPr/>
        </p:nvSpPr>
        <p:spPr>
          <a:xfrm>
            <a:off x="5541264" y="2304288"/>
            <a:ext cx="1280160"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1" i="0" lang="en-US" spc="0" sz="1300" u="none" cap="none" strike="noStrike">
                <a:solidFill>
                  <a:schemeClr val="dk1"/>
                </a:solidFill>
                <a:latin typeface="Calibri"/>
                <a:ea typeface="Calibri"/>
                <a:cs typeface="Calibri"/>
                <a:sym typeface="Calibri"/>
              </a:rPr>
              <a:t>Pivot: camera = GPS</a:t>
            </a:r>
            <a:endParaRPr b="0" i="0" spc="0" sz="1300" u="none" cap="none" strike="noStrike">
              <a:solidFill>
                <a:schemeClr val="dk1"/>
              </a:solidFill>
              <a:latin typeface="Calibri"/>
              <a:ea typeface="Calibri"/>
              <a:cs typeface="Calibri"/>
              <a:sym typeface="Calibri"/>
            </a:endParaRPr>
          </a:p>
        </p:txBody>
      </p:sp>
      <p:sp>
        <p:nvSpPr>
          <p:cNvPr id="456" name="Google Shape;456;p13"/>
          <p:cNvSpPr txBox="1"/>
          <p:nvPr/>
        </p:nvSpPr>
        <p:spPr>
          <a:xfrm>
            <a:off x="5541264" y="2834640"/>
            <a:ext cx="1280160" cy="1051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B6573"/>
              </a:buClr>
              <a:buSzPts val="1100"/>
              <a:buFont typeface="Calibri"/>
              <a:buNone/>
            </a:pPr>
            <a:r>
              <a:rPr b="0" i="0" lang="en-US" spc="0" sz="1100" u="none" cap="none" strike="noStrike">
                <a:solidFill>
                  <a:srgbClr val="5B6573"/>
                </a:solidFill>
                <a:latin typeface="Calibri"/>
                <a:ea typeface="Calibri"/>
                <a:cs typeface="Calibri"/>
                <a:sym typeface="Calibri"/>
              </a:rPr>
              <a:t>Phone tracks a marker on the rover; server plans with A*.</a:t>
            </a:r>
            <a:endParaRPr b="0" i="0" spc="0" sz="1100" u="none" cap="none" strike="noStrike">
              <a:solidFill>
                <a:schemeClr val="dk1"/>
              </a:solidFill>
              <a:latin typeface="Calibri"/>
              <a:ea typeface="Calibri"/>
              <a:cs typeface="Calibri"/>
              <a:sym typeface="Calibri"/>
            </a:endParaRPr>
          </a:p>
        </p:txBody>
      </p:sp>
      <p:sp>
        <p:nvSpPr>
          <p:cNvPr id="457" name="Google Shape;457;p13"/>
          <p:cNvSpPr txBox="1"/>
          <p:nvPr/>
        </p:nvSpPr>
        <p:spPr>
          <a:xfrm>
            <a:off x="6986016" y="1389888"/>
            <a:ext cx="1609344" cy="2377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5A1F"/>
              </a:buClr>
              <a:buSzPts val="1000"/>
              <a:buFont typeface="Courier New"/>
              <a:buNone/>
            </a:pPr>
            <a:r>
              <a:rPr b="1" i="0" lang="en-US" spc="0" sz="1000" u="none" cap="none" strike="noStrike">
                <a:solidFill>
                  <a:srgbClr val="FF5A1F"/>
                </a:solidFill>
                <a:latin typeface="Courier New"/>
                <a:ea typeface="Courier New"/>
                <a:cs typeface="Courier New"/>
                <a:sym typeface="Courier New"/>
              </a:rPr>
              <a:t>SUN 13:00</a:t>
            </a:r>
            <a:endParaRPr b="0" i="0" spc="0" sz="1000" u="none" cap="none" strike="noStrike">
              <a:solidFill>
                <a:schemeClr val="dk1"/>
              </a:solidFill>
              <a:latin typeface="Calibri"/>
              <a:ea typeface="Calibri"/>
              <a:cs typeface="Calibri"/>
              <a:sym typeface="Calibri"/>
            </a:endParaRPr>
          </a:p>
        </p:txBody>
      </p:sp>
      <p:sp>
        <p:nvSpPr>
          <p:cNvPr id="458" name="Google Shape;458;p13"/>
          <p:cNvSpPr/>
          <p:nvPr/>
        </p:nvSpPr>
        <p:spPr>
          <a:xfrm>
            <a:off x="7671816" y="1755648"/>
            <a:ext cx="237744" cy="237744"/>
          </a:xfrm>
          <a:prstGeom prst="ellipse">
            <a:avLst/>
          </a:prstGeom>
          <a:solidFill>
            <a:srgbClr val="FF5A1F"/>
          </a:solidFill>
          <a:ln cap="flat" cmpd="sng" w="25400">
            <a:solidFill>
              <a:srgbClr val="FF5A1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59" name="Google Shape;459;p13"/>
          <p:cNvSpPr/>
          <p:nvPr/>
        </p:nvSpPr>
        <p:spPr>
          <a:xfrm>
            <a:off x="7040880" y="2194560"/>
            <a:ext cx="1499616" cy="1783080"/>
          </a:xfrm>
          <a:prstGeom prst="rect">
            <a:avLst/>
          </a:prstGeom>
          <a:solidFill>
            <a:srgbClr val="FFF1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60" name="Google Shape;460;p13"/>
          <p:cNvSpPr txBox="1"/>
          <p:nvPr/>
        </p:nvSpPr>
        <p:spPr>
          <a:xfrm>
            <a:off x="7150608" y="2304288"/>
            <a:ext cx="1280160"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1" i="0" lang="en-US" spc="0" sz="1300" u="none" cap="none" strike="noStrike">
                <a:solidFill>
                  <a:schemeClr val="dk1"/>
                </a:solidFill>
                <a:latin typeface="Calibri"/>
                <a:ea typeface="Calibri"/>
                <a:cs typeface="Calibri"/>
                <a:sym typeface="Calibri"/>
              </a:rPr>
              <a:t>Tune on hardware</a:t>
            </a:r>
            <a:endParaRPr b="0" i="0" spc="0" sz="1300" u="none" cap="none" strike="noStrike">
              <a:solidFill>
                <a:schemeClr val="dk1"/>
              </a:solidFill>
              <a:latin typeface="Calibri"/>
              <a:ea typeface="Calibri"/>
              <a:cs typeface="Calibri"/>
              <a:sym typeface="Calibri"/>
            </a:endParaRPr>
          </a:p>
        </p:txBody>
      </p:sp>
      <p:sp>
        <p:nvSpPr>
          <p:cNvPr id="461" name="Google Shape;461;p13"/>
          <p:cNvSpPr txBox="1"/>
          <p:nvPr/>
        </p:nvSpPr>
        <p:spPr>
          <a:xfrm>
            <a:off x="7150608" y="2834640"/>
            <a:ext cx="1280160" cy="1051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B6573"/>
              </a:buClr>
              <a:buSzPts val="1100"/>
              <a:buFont typeface="Calibri"/>
              <a:buNone/>
            </a:pPr>
            <a:r>
              <a:rPr b="0" i="0" lang="en-US" spc="0" sz="1100" u="none" cap="none" strike="noStrike">
                <a:solidFill>
                  <a:srgbClr val="5B6573"/>
                </a:solidFill>
                <a:latin typeface="Calibri"/>
                <a:ea typeface="Calibri"/>
                <a:cs typeface="Calibri"/>
                <a:sym typeface="Calibri"/>
              </a:rPr>
              <a:t>3D-printed shell installation, self-calibration, pulse turns, straight-line legs.</a:t>
            </a:r>
            <a:endParaRPr b="0" i="0" spc="0" sz="11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pic>
        <p:nvPicPr>
          <p:cNvPr id="467" name="Google Shape;467;p14"/>
          <p:cNvPicPr preferRelativeResize="0"/>
          <p:nvPr/>
        </p:nvPicPr>
        <p:blipFill>
          <a:blip r:embed="rId3">
            <a:alphaModFix/>
          </a:blip>
          <a:stretch>
            <a:fillRect/>
          </a:stretch>
        </p:blipFill>
        <p:spPr>
          <a:xfrm>
            <a:off x="2668863" y="847450"/>
            <a:ext cx="3806276" cy="3806276"/>
          </a:xfrm>
          <a:prstGeom prst="rect">
            <a:avLst/>
          </a:prstGeom>
          <a:noFill/>
          <a:ln>
            <a:noFill/>
          </a:ln>
        </p:spPr>
      </p:pic>
      <p:sp>
        <p:nvSpPr>
          <p:cNvPr id="468" name="Google Shape;468;p14"/>
          <p:cNvSpPr txBox="1"/>
          <p:nvPr/>
        </p:nvSpPr>
        <p:spPr>
          <a:xfrm>
            <a:off x="1497025" y="117600"/>
            <a:ext cx="62790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3000">
                <a:solidFill>
                  <a:schemeClr val="lt1"/>
                </a:solidFill>
              </a:rPr>
              <a:t>Demonstration Live Map</a:t>
            </a:r>
            <a:endParaRPr b="1" sz="3000">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Vision Nav">
  <a:themeElements>
    <a:clrScheme name="Vision Nav">
      <a:dk1>
        <a:srgbClr val="111418"/>
      </a:dk1>
      <a:lt1>
        <a:srgbClr val="FFFFFF"/>
      </a:lt1>
      <a:dk2>
        <a:srgbClr val="1C2430"/>
      </a:dk2>
      <a:lt2>
        <a:srgbClr val="EEF1F5"/>
      </a:lt2>
      <a:accent1>
        <a:srgbClr val="FF5A1F"/>
      </a:accent1>
      <a:accent2>
        <a:srgbClr val="14B8A6"/>
      </a:accent2>
      <a:accent3>
        <a:srgbClr val="5B6573"/>
      </a:accent3>
      <a:accent4>
        <a:srgbClr val="FFB020"/>
      </a:accent4>
      <a:accent5>
        <a:srgbClr val="8A94A3"/>
      </a:accent5>
      <a:accent6>
        <a:srgbClr val="2E3A48"/>
      </a:accent6>
      <a:hlink>
        <a:srgbClr val="14B8A6"/>
      </a:hlink>
      <a:folHlink>
        <a:srgbClr val="5B657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Vision Nav">
  <a:themeElements>
    <a:clrScheme name="Vision Nav">
      <a:dk1>
        <a:srgbClr val="111418"/>
      </a:dk1>
      <a:lt1>
        <a:srgbClr val="FFFFFF"/>
      </a:lt1>
      <a:dk2>
        <a:srgbClr val="1C2430"/>
      </a:dk2>
      <a:lt2>
        <a:srgbClr val="EEF1F5"/>
      </a:lt2>
      <a:accent1>
        <a:srgbClr val="FF5A1F"/>
      </a:accent1>
      <a:accent2>
        <a:srgbClr val="14B8A6"/>
      </a:accent2>
      <a:accent3>
        <a:srgbClr val="5B6573"/>
      </a:accent3>
      <a:accent4>
        <a:srgbClr val="FFB020"/>
      </a:accent4>
      <a:accent5>
        <a:srgbClr val="8A94A3"/>
      </a:accent5>
      <a:accent6>
        <a:srgbClr val="2E3A48"/>
      </a:accent6>
      <a:hlink>
        <a:srgbClr val="14B8A6"/>
      </a:hlink>
      <a:folHlink>
        <a:srgbClr val="5B657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